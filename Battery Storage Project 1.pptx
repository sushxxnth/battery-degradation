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3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75" r:id="rId14"/>
    <p:sldId id="268" r:id="rId15"/>
    <p:sldId id="276" r:id="rId16"/>
    <p:sldId id="269" r:id="rId17"/>
    <p:sldId id="277" r:id="rId18"/>
    <p:sldId id="270" r:id="rId19"/>
    <p:sldId id="271" r:id="rId20"/>
    <p:sldId id="272" r:id="rId21"/>
    <p:sldId id="273" r:id="rId22"/>
    <p:sldId id="27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27B7633-96F5-284C-A973-7626C6903D22}">
          <p14:sldIdLst>
            <p14:sldId id="256"/>
            <p14:sldId id="257"/>
            <p14:sldId id="258"/>
            <p14:sldId id="259"/>
            <p14:sldId id="260"/>
            <p14:sldId id="261"/>
            <p14:sldId id="263"/>
            <p14:sldId id="262"/>
            <p14:sldId id="264"/>
            <p14:sldId id="265"/>
            <p14:sldId id="266"/>
            <p14:sldId id="267"/>
            <p14:sldId id="275"/>
            <p14:sldId id="268"/>
            <p14:sldId id="276"/>
            <p14:sldId id="269"/>
            <p14:sldId id="277"/>
            <p14:sldId id="270"/>
            <p14:sldId id="271"/>
            <p14:sldId id="272"/>
            <p14:sldId id="273"/>
            <p14:sldId id="27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B6B0"/>
    <a:srgbClr val="B2B400"/>
    <a:srgbClr val="13B4B3"/>
    <a:srgbClr val="0FAA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C59E64-D11E-37AD-37EA-F2B798A71C8C}" v="149" dt="2026-04-21T13:04:34.347"/>
    <p1510:client id="{8D58D659-1264-4682-BA4F-0AA619FB2DB4}" v="8" dt="2026-04-22T12:39:18.9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440" autoAdjust="0"/>
  </p:normalViewPr>
  <p:slideViewPr>
    <p:cSldViewPr snapToGrid="0">
      <p:cViewPr varScale="1">
        <p:scale>
          <a:sx n="78" d="100"/>
          <a:sy n="78" d="100"/>
        </p:scale>
        <p:origin x="1109" y="72"/>
      </p:cViewPr>
      <p:guideLst/>
    </p:cSldViewPr>
  </p:slideViewPr>
  <p:notesTextViewPr>
    <p:cViewPr>
      <p:scale>
        <a:sx n="1" d="1"/>
        <a:sy n="1" d="1"/>
      </p:scale>
      <p:origin x="0" y="-28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oj Kumar Ramtke" userId="18e19aa47e2c6a01" providerId="LiveId" clId="{E837A5CD-4E92-4237-821F-56E45F8FD59F}"/>
    <pc:docChg chg="modSld">
      <pc:chgData name="Manoj Kumar Ramtke" userId="18e19aa47e2c6a01" providerId="LiveId" clId="{E837A5CD-4E92-4237-821F-56E45F8FD59F}" dt="2026-04-22T12:39:20.410" v="2" actId="113"/>
      <pc:docMkLst>
        <pc:docMk/>
      </pc:docMkLst>
      <pc:sldChg chg="modNotesTx">
        <pc:chgData name="Manoj Kumar Ramtke" userId="18e19aa47e2c6a01" providerId="LiveId" clId="{E837A5CD-4E92-4237-821F-56E45F8FD59F}" dt="2026-04-22T12:39:20.410" v="2" actId="113"/>
        <pc:sldMkLst>
          <pc:docMk/>
          <pc:sldMk cId="1159469744" sldId="258"/>
        </pc:sldMkLst>
      </pc:sldChg>
    </pc:docChg>
  </pc:docChgLst>
</pc:chgInfo>
</file>

<file path=ppt/diagrams/_rels/data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838176-3697-4533-A657-CC094365735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95C868D-5B2A-4465-9ECC-D3B147F3E0D8}">
      <dgm:prSet/>
      <dgm:spPr>
        <a:solidFill>
          <a:srgbClr val="2BB6B0">
            <a:alpha val="60092"/>
          </a:srgbClr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>
              <a:solidFill>
                <a:schemeClr val="tx1">
                  <a:lumMod val="85000"/>
                  <a:lumOff val="15000"/>
                </a:schemeClr>
              </a:solidFill>
            </a:rPr>
            <a:t>Introduction</a:t>
          </a:r>
        </a:p>
      </dgm:t>
    </dgm:pt>
    <dgm:pt modelId="{74FC0A05-4310-4F7F-8D8A-39E4F1C600AC}" type="parTrans" cxnId="{999706EC-A15C-4934-A36D-71FD4630F9B1}">
      <dgm:prSet/>
      <dgm:spPr/>
      <dgm:t>
        <a:bodyPr/>
        <a:lstStyle/>
        <a:p>
          <a:endParaRPr lang="en-US"/>
        </a:p>
      </dgm:t>
    </dgm:pt>
    <dgm:pt modelId="{EE7C7540-3C46-48BE-BC6C-5AB0F6C80F35}" type="sibTrans" cxnId="{999706EC-A15C-4934-A36D-71FD4630F9B1}">
      <dgm:prSet/>
      <dgm:spPr/>
      <dgm:t>
        <a:bodyPr/>
        <a:lstStyle/>
        <a:p>
          <a:endParaRPr lang="en-US"/>
        </a:p>
      </dgm:t>
    </dgm:pt>
    <dgm:pt modelId="{A5025F56-A593-4377-A9AD-1C3CB4056AFA}">
      <dgm:prSet/>
      <dgm:spPr>
        <a:solidFill>
          <a:srgbClr val="13B4B3">
            <a:alpha val="60000"/>
          </a:srgbClr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>
              <a:solidFill>
                <a:schemeClr val="tx1">
                  <a:lumMod val="85000"/>
                  <a:lumOff val="15000"/>
                </a:schemeClr>
              </a:solidFill>
            </a:rPr>
            <a:t>Objective</a:t>
          </a:r>
        </a:p>
      </dgm:t>
    </dgm:pt>
    <dgm:pt modelId="{13BBD131-3C47-44E0-96E8-8297563F0EDF}" type="parTrans" cxnId="{BEE43255-0528-4A37-BC20-3F1C2799BF5D}">
      <dgm:prSet/>
      <dgm:spPr/>
      <dgm:t>
        <a:bodyPr/>
        <a:lstStyle/>
        <a:p>
          <a:endParaRPr lang="en-US"/>
        </a:p>
      </dgm:t>
    </dgm:pt>
    <dgm:pt modelId="{A9ECC216-0425-476D-A856-55A227D03DF9}" type="sibTrans" cxnId="{BEE43255-0528-4A37-BC20-3F1C2799BF5D}">
      <dgm:prSet/>
      <dgm:spPr/>
      <dgm:t>
        <a:bodyPr/>
        <a:lstStyle/>
        <a:p>
          <a:endParaRPr lang="en-US"/>
        </a:p>
      </dgm:t>
    </dgm:pt>
    <dgm:pt modelId="{DBFE16A3-0D0F-4B0F-B631-3C589329CB5E}">
      <dgm:prSet/>
      <dgm:spPr>
        <a:solidFill>
          <a:srgbClr val="13B4B3">
            <a:alpha val="60000"/>
          </a:srgbClr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>
              <a:solidFill>
                <a:schemeClr val="tx1">
                  <a:lumMod val="85000"/>
                  <a:lumOff val="15000"/>
                </a:schemeClr>
              </a:solidFill>
            </a:rPr>
            <a:t>Battery degradation fundamentals</a:t>
          </a:r>
        </a:p>
      </dgm:t>
    </dgm:pt>
    <dgm:pt modelId="{CF27BE9A-1237-4C8A-8473-E0C01C46B4FF}" type="parTrans" cxnId="{6BC2EC8D-F5C8-4410-876F-77499DCF28EE}">
      <dgm:prSet/>
      <dgm:spPr/>
      <dgm:t>
        <a:bodyPr/>
        <a:lstStyle/>
        <a:p>
          <a:endParaRPr lang="en-US"/>
        </a:p>
      </dgm:t>
    </dgm:pt>
    <dgm:pt modelId="{F4867224-5F81-4EBA-9306-D5B8B428E821}" type="sibTrans" cxnId="{6BC2EC8D-F5C8-4410-876F-77499DCF28EE}">
      <dgm:prSet/>
      <dgm:spPr/>
      <dgm:t>
        <a:bodyPr/>
        <a:lstStyle/>
        <a:p>
          <a:endParaRPr lang="en-US"/>
        </a:p>
      </dgm:t>
    </dgm:pt>
    <dgm:pt modelId="{32E8B1DA-D34A-4235-928B-FF363832DB67}">
      <dgm:prSet/>
      <dgm:spPr>
        <a:solidFill>
          <a:srgbClr val="13B4B3">
            <a:alpha val="59791"/>
          </a:srgbClr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>
              <a:solidFill>
                <a:schemeClr val="tx1">
                  <a:lumMod val="85000"/>
                  <a:lumOff val="15000"/>
                </a:schemeClr>
              </a:solidFill>
            </a:rPr>
            <a:t>Methodology</a:t>
          </a:r>
        </a:p>
      </dgm:t>
    </dgm:pt>
    <dgm:pt modelId="{134FB15E-A2EA-41F3-A336-8180F67CE923}" type="parTrans" cxnId="{15ACD0A4-02C5-4D1E-B425-FC9E744E0A8D}">
      <dgm:prSet/>
      <dgm:spPr/>
      <dgm:t>
        <a:bodyPr/>
        <a:lstStyle/>
        <a:p>
          <a:endParaRPr lang="en-US"/>
        </a:p>
      </dgm:t>
    </dgm:pt>
    <dgm:pt modelId="{D2FFACE4-078D-4F4D-B8C1-C208E1226389}" type="sibTrans" cxnId="{15ACD0A4-02C5-4D1E-B425-FC9E744E0A8D}">
      <dgm:prSet/>
      <dgm:spPr/>
      <dgm:t>
        <a:bodyPr/>
        <a:lstStyle/>
        <a:p>
          <a:endParaRPr lang="en-US"/>
        </a:p>
      </dgm:t>
    </dgm:pt>
    <dgm:pt modelId="{E8D38B56-6886-4410-8EBD-5711FC40C3D8}">
      <dgm:prSet/>
      <dgm:spPr>
        <a:solidFill>
          <a:srgbClr val="13B4B3">
            <a:alpha val="60000"/>
          </a:srgbClr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>
              <a:solidFill>
                <a:schemeClr val="tx1">
                  <a:lumMod val="85000"/>
                  <a:lumOff val="15000"/>
                </a:schemeClr>
              </a:solidFill>
            </a:rPr>
            <a:t>Result and comparison</a:t>
          </a:r>
        </a:p>
      </dgm:t>
    </dgm:pt>
    <dgm:pt modelId="{80AE5065-B71E-4A23-915C-5EF2B5737A0A}" type="parTrans" cxnId="{8CACF459-7B07-4E79-832B-FDAFF23D211A}">
      <dgm:prSet/>
      <dgm:spPr/>
      <dgm:t>
        <a:bodyPr/>
        <a:lstStyle/>
        <a:p>
          <a:endParaRPr lang="en-US"/>
        </a:p>
      </dgm:t>
    </dgm:pt>
    <dgm:pt modelId="{987F24E1-CFDD-43E9-8B08-7777CA8709CC}" type="sibTrans" cxnId="{8CACF459-7B07-4E79-832B-FDAFF23D211A}">
      <dgm:prSet/>
      <dgm:spPr/>
      <dgm:t>
        <a:bodyPr/>
        <a:lstStyle/>
        <a:p>
          <a:endParaRPr lang="en-US"/>
        </a:p>
      </dgm:t>
    </dgm:pt>
    <dgm:pt modelId="{EF6BDB1F-6A88-4042-B562-38F2E98F6E59}">
      <dgm:prSet/>
      <dgm:spPr>
        <a:solidFill>
          <a:srgbClr val="13B4B3">
            <a:alpha val="59890"/>
          </a:srgbClr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>
              <a:solidFill>
                <a:schemeClr val="tx1">
                  <a:lumMod val="85000"/>
                  <a:lumOff val="15000"/>
                </a:schemeClr>
              </a:solidFill>
            </a:rPr>
            <a:t>Conclusion and future scope</a:t>
          </a:r>
        </a:p>
      </dgm:t>
    </dgm:pt>
    <dgm:pt modelId="{521289B6-D062-4BD6-A478-892B49652ADC}" type="parTrans" cxnId="{C80754D6-FAA2-4B72-9E20-A98CE1EF5868}">
      <dgm:prSet/>
      <dgm:spPr/>
      <dgm:t>
        <a:bodyPr/>
        <a:lstStyle/>
        <a:p>
          <a:endParaRPr lang="en-US"/>
        </a:p>
      </dgm:t>
    </dgm:pt>
    <dgm:pt modelId="{79AD111D-B4C1-4D67-9E1F-A9A21F94FA91}" type="sibTrans" cxnId="{C80754D6-FAA2-4B72-9E20-A98CE1EF5868}">
      <dgm:prSet/>
      <dgm:spPr/>
      <dgm:t>
        <a:bodyPr/>
        <a:lstStyle/>
        <a:p>
          <a:endParaRPr lang="en-US"/>
        </a:p>
      </dgm:t>
    </dgm:pt>
    <dgm:pt modelId="{CCF20E3B-E56B-F14D-A851-944D13773B6D}">
      <dgm:prSet/>
      <dgm:spPr>
        <a:solidFill>
          <a:srgbClr val="2BB6B0">
            <a:alpha val="60000"/>
          </a:srgbClr>
        </a:solidFill>
      </dgm:spPr>
      <dgm:t>
        <a:bodyPr/>
        <a:lstStyle/>
        <a:p>
          <a:pPr>
            <a:lnSpc>
              <a:spcPct val="100000"/>
            </a:lnSpc>
          </a:pPr>
          <a:r>
            <a:rPr lang="en-GB">
              <a:solidFill>
                <a:schemeClr val="tx1">
                  <a:lumMod val="85000"/>
                  <a:lumOff val="15000"/>
                </a:schemeClr>
              </a:solidFill>
            </a:rPr>
            <a:t>Problem statement</a:t>
          </a:r>
        </a:p>
      </dgm:t>
    </dgm:pt>
    <dgm:pt modelId="{DCA848EF-101C-0E40-A065-AA69B35C4F36}" type="parTrans" cxnId="{684F50EF-A6F5-714A-AB52-1C9B2DC6F9BE}">
      <dgm:prSet/>
      <dgm:spPr/>
      <dgm:t>
        <a:bodyPr/>
        <a:lstStyle/>
        <a:p>
          <a:endParaRPr lang="en-GB"/>
        </a:p>
      </dgm:t>
    </dgm:pt>
    <dgm:pt modelId="{FA69DFEA-D30E-7B48-B7F0-13D8A202C56B}" type="sibTrans" cxnId="{684F50EF-A6F5-714A-AB52-1C9B2DC6F9BE}">
      <dgm:prSet/>
      <dgm:spPr/>
      <dgm:t>
        <a:bodyPr/>
        <a:lstStyle/>
        <a:p>
          <a:endParaRPr lang="en-GB"/>
        </a:p>
      </dgm:t>
    </dgm:pt>
    <dgm:pt modelId="{6AB87971-E854-A249-8E93-8049AA28DD15}" type="pres">
      <dgm:prSet presAssocID="{D5838176-3697-4533-A657-CC0943657356}" presName="linear" presStyleCnt="0">
        <dgm:presLayoutVars>
          <dgm:animLvl val="lvl"/>
          <dgm:resizeHandles val="exact"/>
        </dgm:presLayoutVars>
      </dgm:prSet>
      <dgm:spPr/>
    </dgm:pt>
    <dgm:pt modelId="{B8D29F97-01FD-1547-A17B-4C640366C652}" type="pres">
      <dgm:prSet presAssocID="{A95C868D-5B2A-4465-9ECC-D3B147F3E0D8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C2DB941F-07C9-A243-8105-5A00E49FC491}" type="pres">
      <dgm:prSet presAssocID="{EE7C7540-3C46-48BE-BC6C-5AB0F6C80F35}" presName="spacer" presStyleCnt="0"/>
      <dgm:spPr/>
    </dgm:pt>
    <dgm:pt modelId="{30DC9C57-9265-E44E-AD93-BB6E66FE8DA7}" type="pres">
      <dgm:prSet presAssocID="{CCF20E3B-E56B-F14D-A851-944D13773B6D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3CDDB199-D1D5-1542-96F3-8E780D0CEAD7}" type="pres">
      <dgm:prSet presAssocID="{FA69DFEA-D30E-7B48-B7F0-13D8A202C56B}" presName="spacer" presStyleCnt="0"/>
      <dgm:spPr/>
    </dgm:pt>
    <dgm:pt modelId="{309BEF76-29BF-9C46-9139-B5B5363FBDBB}" type="pres">
      <dgm:prSet presAssocID="{A5025F56-A593-4377-A9AD-1C3CB4056AFA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E664EE6B-E525-584A-ABBB-66C9423F3988}" type="pres">
      <dgm:prSet presAssocID="{A9ECC216-0425-476D-A856-55A227D03DF9}" presName="spacer" presStyleCnt="0"/>
      <dgm:spPr/>
    </dgm:pt>
    <dgm:pt modelId="{3A1D4FDA-A3A5-7842-9FF1-02F574688560}" type="pres">
      <dgm:prSet presAssocID="{DBFE16A3-0D0F-4B0F-B631-3C589329CB5E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E8C36225-C18F-2845-978C-AA9A2B7D81BC}" type="pres">
      <dgm:prSet presAssocID="{F4867224-5F81-4EBA-9306-D5B8B428E821}" presName="spacer" presStyleCnt="0"/>
      <dgm:spPr/>
    </dgm:pt>
    <dgm:pt modelId="{4321A152-B28C-3746-9119-13337748AFFB}" type="pres">
      <dgm:prSet presAssocID="{32E8B1DA-D34A-4235-928B-FF363832DB67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548823DA-4839-D64C-96FC-11691361C75C}" type="pres">
      <dgm:prSet presAssocID="{D2FFACE4-078D-4F4D-B8C1-C208E1226389}" presName="spacer" presStyleCnt="0"/>
      <dgm:spPr/>
    </dgm:pt>
    <dgm:pt modelId="{B93EBF3B-92C5-C840-8A46-057B8C7D6F22}" type="pres">
      <dgm:prSet presAssocID="{E8D38B56-6886-4410-8EBD-5711FC40C3D8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88DE6A9D-D54D-C449-8626-175E38676A98}" type="pres">
      <dgm:prSet presAssocID="{987F24E1-CFDD-43E9-8B08-7777CA8709CC}" presName="spacer" presStyleCnt="0"/>
      <dgm:spPr/>
    </dgm:pt>
    <dgm:pt modelId="{3C7D7454-344C-D44B-AE41-494429E0444B}" type="pres">
      <dgm:prSet presAssocID="{EF6BDB1F-6A88-4042-B562-38F2E98F6E59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DA146002-CEF0-224B-87CA-FADDA5DEFCE9}" type="presOf" srcId="{E8D38B56-6886-4410-8EBD-5711FC40C3D8}" destId="{B93EBF3B-92C5-C840-8A46-057B8C7D6F22}" srcOrd="0" destOrd="0" presId="urn:microsoft.com/office/officeart/2005/8/layout/vList2"/>
    <dgm:cxn modelId="{0CA13525-4779-FB41-9416-E43A73A84322}" type="presOf" srcId="{EF6BDB1F-6A88-4042-B562-38F2E98F6E59}" destId="{3C7D7454-344C-D44B-AE41-494429E0444B}" srcOrd="0" destOrd="0" presId="urn:microsoft.com/office/officeart/2005/8/layout/vList2"/>
    <dgm:cxn modelId="{2CC2052D-C3E3-1E40-8A9E-9635B820A8A8}" type="presOf" srcId="{32E8B1DA-D34A-4235-928B-FF363832DB67}" destId="{4321A152-B28C-3746-9119-13337748AFFB}" srcOrd="0" destOrd="0" presId="urn:microsoft.com/office/officeart/2005/8/layout/vList2"/>
    <dgm:cxn modelId="{BEE43255-0528-4A37-BC20-3F1C2799BF5D}" srcId="{D5838176-3697-4533-A657-CC0943657356}" destId="{A5025F56-A593-4377-A9AD-1C3CB4056AFA}" srcOrd="2" destOrd="0" parTransId="{13BBD131-3C47-44E0-96E8-8297563F0EDF}" sibTransId="{A9ECC216-0425-476D-A856-55A227D03DF9}"/>
    <dgm:cxn modelId="{8CACF459-7B07-4E79-832B-FDAFF23D211A}" srcId="{D5838176-3697-4533-A657-CC0943657356}" destId="{E8D38B56-6886-4410-8EBD-5711FC40C3D8}" srcOrd="5" destOrd="0" parTransId="{80AE5065-B71E-4A23-915C-5EF2B5737A0A}" sibTransId="{987F24E1-CFDD-43E9-8B08-7777CA8709CC}"/>
    <dgm:cxn modelId="{1845878D-35BB-4746-BE77-AA2DCF140CB5}" type="presOf" srcId="{D5838176-3697-4533-A657-CC0943657356}" destId="{6AB87971-E854-A249-8E93-8049AA28DD15}" srcOrd="0" destOrd="0" presId="urn:microsoft.com/office/officeart/2005/8/layout/vList2"/>
    <dgm:cxn modelId="{6BC2EC8D-F5C8-4410-876F-77499DCF28EE}" srcId="{D5838176-3697-4533-A657-CC0943657356}" destId="{DBFE16A3-0D0F-4B0F-B631-3C589329CB5E}" srcOrd="3" destOrd="0" parTransId="{CF27BE9A-1237-4C8A-8473-E0C01C46B4FF}" sibTransId="{F4867224-5F81-4EBA-9306-D5B8B428E821}"/>
    <dgm:cxn modelId="{02E6609A-63E7-3145-A014-12FB76E836A7}" type="presOf" srcId="{A5025F56-A593-4377-A9AD-1C3CB4056AFA}" destId="{309BEF76-29BF-9C46-9139-B5B5363FBDBB}" srcOrd="0" destOrd="0" presId="urn:microsoft.com/office/officeart/2005/8/layout/vList2"/>
    <dgm:cxn modelId="{6F7E93A0-4046-6F4F-9D82-06FAF23C7121}" type="presOf" srcId="{A95C868D-5B2A-4465-9ECC-D3B147F3E0D8}" destId="{B8D29F97-01FD-1547-A17B-4C640366C652}" srcOrd="0" destOrd="0" presId="urn:microsoft.com/office/officeart/2005/8/layout/vList2"/>
    <dgm:cxn modelId="{15ACD0A4-02C5-4D1E-B425-FC9E744E0A8D}" srcId="{D5838176-3697-4533-A657-CC0943657356}" destId="{32E8B1DA-D34A-4235-928B-FF363832DB67}" srcOrd="4" destOrd="0" parTransId="{134FB15E-A2EA-41F3-A336-8180F67CE923}" sibTransId="{D2FFACE4-078D-4F4D-B8C1-C208E1226389}"/>
    <dgm:cxn modelId="{766022B6-319E-3245-B373-C3389075860A}" type="presOf" srcId="{DBFE16A3-0D0F-4B0F-B631-3C589329CB5E}" destId="{3A1D4FDA-A3A5-7842-9FF1-02F574688560}" srcOrd="0" destOrd="0" presId="urn:microsoft.com/office/officeart/2005/8/layout/vList2"/>
    <dgm:cxn modelId="{2D91E3D0-B1C4-1440-9E6F-847A98AFA147}" type="presOf" srcId="{CCF20E3B-E56B-F14D-A851-944D13773B6D}" destId="{30DC9C57-9265-E44E-AD93-BB6E66FE8DA7}" srcOrd="0" destOrd="0" presId="urn:microsoft.com/office/officeart/2005/8/layout/vList2"/>
    <dgm:cxn modelId="{C80754D6-FAA2-4B72-9E20-A98CE1EF5868}" srcId="{D5838176-3697-4533-A657-CC0943657356}" destId="{EF6BDB1F-6A88-4042-B562-38F2E98F6E59}" srcOrd="6" destOrd="0" parTransId="{521289B6-D062-4BD6-A478-892B49652ADC}" sibTransId="{79AD111D-B4C1-4D67-9E1F-A9A21F94FA91}"/>
    <dgm:cxn modelId="{999706EC-A15C-4934-A36D-71FD4630F9B1}" srcId="{D5838176-3697-4533-A657-CC0943657356}" destId="{A95C868D-5B2A-4465-9ECC-D3B147F3E0D8}" srcOrd="0" destOrd="0" parTransId="{74FC0A05-4310-4F7F-8D8A-39E4F1C600AC}" sibTransId="{EE7C7540-3C46-48BE-BC6C-5AB0F6C80F35}"/>
    <dgm:cxn modelId="{684F50EF-A6F5-714A-AB52-1C9B2DC6F9BE}" srcId="{D5838176-3697-4533-A657-CC0943657356}" destId="{CCF20E3B-E56B-F14D-A851-944D13773B6D}" srcOrd="1" destOrd="0" parTransId="{DCA848EF-101C-0E40-A065-AA69B35C4F36}" sibTransId="{FA69DFEA-D30E-7B48-B7F0-13D8A202C56B}"/>
    <dgm:cxn modelId="{29C92E40-5B88-7C4E-A8ED-5F5901955A8A}" type="presParOf" srcId="{6AB87971-E854-A249-8E93-8049AA28DD15}" destId="{B8D29F97-01FD-1547-A17B-4C640366C652}" srcOrd="0" destOrd="0" presId="urn:microsoft.com/office/officeart/2005/8/layout/vList2"/>
    <dgm:cxn modelId="{E8E545CF-E730-B34C-9349-29644711B057}" type="presParOf" srcId="{6AB87971-E854-A249-8E93-8049AA28DD15}" destId="{C2DB941F-07C9-A243-8105-5A00E49FC491}" srcOrd="1" destOrd="0" presId="urn:microsoft.com/office/officeart/2005/8/layout/vList2"/>
    <dgm:cxn modelId="{714FA7AB-9245-4E45-B746-542E4249057C}" type="presParOf" srcId="{6AB87971-E854-A249-8E93-8049AA28DD15}" destId="{30DC9C57-9265-E44E-AD93-BB6E66FE8DA7}" srcOrd="2" destOrd="0" presId="urn:microsoft.com/office/officeart/2005/8/layout/vList2"/>
    <dgm:cxn modelId="{CBEA27E6-C90B-9243-9CD4-CF46E501F775}" type="presParOf" srcId="{6AB87971-E854-A249-8E93-8049AA28DD15}" destId="{3CDDB199-D1D5-1542-96F3-8E780D0CEAD7}" srcOrd="3" destOrd="0" presId="urn:microsoft.com/office/officeart/2005/8/layout/vList2"/>
    <dgm:cxn modelId="{92350CDE-CE2F-7E4C-97F1-569DF81A5891}" type="presParOf" srcId="{6AB87971-E854-A249-8E93-8049AA28DD15}" destId="{309BEF76-29BF-9C46-9139-B5B5363FBDBB}" srcOrd="4" destOrd="0" presId="urn:microsoft.com/office/officeart/2005/8/layout/vList2"/>
    <dgm:cxn modelId="{A48D29B4-CCE5-CC47-A711-F201B4ED5171}" type="presParOf" srcId="{6AB87971-E854-A249-8E93-8049AA28DD15}" destId="{E664EE6B-E525-584A-ABBB-66C9423F3988}" srcOrd="5" destOrd="0" presId="urn:microsoft.com/office/officeart/2005/8/layout/vList2"/>
    <dgm:cxn modelId="{D14F47DE-2CF4-EA48-A5F7-D57F697D5256}" type="presParOf" srcId="{6AB87971-E854-A249-8E93-8049AA28DD15}" destId="{3A1D4FDA-A3A5-7842-9FF1-02F574688560}" srcOrd="6" destOrd="0" presId="urn:microsoft.com/office/officeart/2005/8/layout/vList2"/>
    <dgm:cxn modelId="{D630578A-A0F5-0248-A137-9A4B6B3A7B7C}" type="presParOf" srcId="{6AB87971-E854-A249-8E93-8049AA28DD15}" destId="{E8C36225-C18F-2845-978C-AA9A2B7D81BC}" srcOrd="7" destOrd="0" presId="urn:microsoft.com/office/officeart/2005/8/layout/vList2"/>
    <dgm:cxn modelId="{3717A83C-BC72-6744-8637-EAFD4DAC9952}" type="presParOf" srcId="{6AB87971-E854-A249-8E93-8049AA28DD15}" destId="{4321A152-B28C-3746-9119-13337748AFFB}" srcOrd="8" destOrd="0" presId="urn:microsoft.com/office/officeart/2005/8/layout/vList2"/>
    <dgm:cxn modelId="{DB0626FF-1EC1-4846-81DC-E56D050F750B}" type="presParOf" srcId="{6AB87971-E854-A249-8E93-8049AA28DD15}" destId="{548823DA-4839-D64C-96FC-11691361C75C}" srcOrd="9" destOrd="0" presId="urn:microsoft.com/office/officeart/2005/8/layout/vList2"/>
    <dgm:cxn modelId="{4CD5A220-360C-5B46-9C3D-7B5F6772BD09}" type="presParOf" srcId="{6AB87971-E854-A249-8E93-8049AA28DD15}" destId="{B93EBF3B-92C5-C840-8A46-057B8C7D6F22}" srcOrd="10" destOrd="0" presId="urn:microsoft.com/office/officeart/2005/8/layout/vList2"/>
    <dgm:cxn modelId="{0031FCAD-6454-6F4E-A648-8C3D2CD975A8}" type="presParOf" srcId="{6AB87971-E854-A249-8E93-8049AA28DD15}" destId="{88DE6A9D-D54D-C449-8626-175E38676A98}" srcOrd="11" destOrd="0" presId="urn:microsoft.com/office/officeart/2005/8/layout/vList2"/>
    <dgm:cxn modelId="{B8465F4B-2B68-BB46-B18B-E3A711188868}" type="presParOf" srcId="{6AB87971-E854-A249-8E93-8049AA28DD15}" destId="{3C7D7454-344C-D44B-AE41-494429E0444B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914A827-0263-7D4D-9B65-9042461B75C7}" type="doc">
      <dgm:prSet loTypeId="urn:microsoft.com/office/officeart/2005/8/layout/venn3" loCatId="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GB"/>
        </a:p>
      </dgm:t>
    </dgm:pt>
    <dgm:pt modelId="{2059BCCC-CD3D-4A46-9F05-6A390AB2B2D3}">
      <dgm:prSet custT="1"/>
      <dgm:spPr/>
      <dgm:t>
        <a:bodyPr/>
        <a:lstStyle/>
        <a:p>
          <a:r>
            <a:rPr lang="en-US" sz="2000">
              <a:solidFill>
                <a:schemeClr val="tx1">
                  <a:lumMod val="85000"/>
                  <a:lumOff val="15000"/>
                </a:schemeClr>
              </a:solidFill>
            </a:rPr>
            <a:t>Predict battery degradation over time</a:t>
          </a:r>
          <a:endParaRPr lang="en-IN" sz="2000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47DA0524-218B-E845-B40E-76CA61F22BB0}" type="parTrans" cxnId="{C2112261-53B9-2842-AEC1-3153C3E4320F}">
      <dgm:prSet/>
      <dgm:spPr/>
      <dgm:t>
        <a:bodyPr/>
        <a:lstStyle/>
        <a:p>
          <a:endParaRPr lang="en-GB"/>
        </a:p>
      </dgm:t>
    </dgm:pt>
    <dgm:pt modelId="{E889A302-4955-CD47-8398-FAA3D9CB0C29}" type="sibTrans" cxnId="{C2112261-53B9-2842-AEC1-3153C3E4320F}">
      <dgm:prSet/>
      <dgm:spPr/>
      <dgm:t>
        <a:bodyPr/>
        <a:lstStyle/>
        <a:p>
          <a:endParaRPr lang="en-GB"/>
        </a:p>
      </dgm:t>
    </dgm:pt>
    <dgm:pt modelId="{24F03BF7-0E55-A146-BC85-11483CF3BC14}">
      <dgm:prSet custT="1"/>
      <dgm:spPr/>
      <dgm:t>
        <a:bodyPr/>
        <a:lstStyle/>
        <a:p>
          <a:r>
            <a:rPr lang="en-US" sz="1800">
              <a:solidFill>
                <a:schemeClr val="tx1">
                  <a:lumMod val="85000"/>
                  <a:lumOff val="15000"/>
                </a:schemeClr>
              </a:solidFill>
            </a:rPr>
            <a:t>Estimate:</a:t>
          </a:r>
          <a:endParaRPr lang="en-IN" sz="1800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799A4F95-CEE7-5E41-A5D4-7A1BA972707D}" type="parTrans" cxnId="{DC7D4DA2-1972-D347-8984-D910F60C908B}">
      <dgm:prSet/>
      <dgm:spPr/>
      <dgm:t>
        <a:bodyPr/>
        <a:lstStyle/>
        <a:p>
          <a:endParaRPr lang="en-GB"/>
        </a:p>
      </dgm:t>
    </dgm:pt>
    <dgm:pt modelId="{F73959CC-A4E1-1D4A-B386-C31C11842809}" type="sibTrans" cxnId="{DC7D4DA2-1972-D347-8984-D910F60C908B}">
      <dgm:prSet/>
      <dgm:spPr/>
      <dgm:t>
        <a:bodyPr/>
        <a:lstStyle/>
        <a:p>
          <a:endParaRPr lang="en-GB"/>
        </a:p>
      </dgm:t>
    </dgm:pt>
    <dgm:pt modelId="{17076619-4221-4D47-8F69-CF3542D978C5}">
      <dgm:prSet custT="1"/>
      <dgm:spPr/>
      <dgm:t>
        <a:bodyPr/>
        <a:lstStyle/>
        <a:p>
          <a:r>
            <a:rPr lang="en-US" sz="1800">
              <a:solidFill>
                <a:schemeClr val="tx1">
                  <a:lumMod val="85000"/>
                  <a:lumOff val="15000"/>
                </a:schemeClr>
              </a:solidFill>
            </a:rPr>
            <a:t>State of health(SOH)</a:t>
          </a:r>
          <a:endParaRPr lang="en-IN" sz="1800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5F05E008-FF06-6748-B009-CBE2BC32B802}" type="parTrans" cxnId="{C4D2F9C3-16C8-7441-9B98-5C1F33383943}">
      <dgm:prSet/>
      <dgm:spPr/>
      <dgm:t>
        <a:bodyPr/>
        <a:lstStyle/>
        <a:p>
          <a:endParaRPr lang="en-GB"/>
        </a:p>
      </dgm:t>
    </dgm:pt>
    <dgm:pt modelId="{67328418-F701-0747-A948-A452BD14A288}" type="sibTrans" cxnId="{C4D2F9C3-16C8-7441-9B98-5C1F33383943}">
      <dgm:prSet/>
      <dgm:spPr/>
      <dgm:t>
        <a:bodyPr/>
        <a:lstStyle/>
        <a:p>
          <a:endParaRPr lang="en-GB"/>
        </a:p>
      </dgm:t>
    </dgm:pt>
    <dgm:pt modelId="{C8F739D9-190D-6748-87D2-B4A77B9FB9E4}">
      <dgm:prSet custT="1"/>
      <dgm:spPr/>
      <dgm:t>
        <a:bodyPr/>
        <a:lstStyle/>
        <a:p>
          <a:r>
            <a:rPr lang="en-US" sz="1800">
              <a:solidFill>
                <a:schemeClr val="tx1">
                  <a:lumMod val="85000"/>
                  <a:lumOff val="15000"/>
                </a:schemeClr>
              </a:solidFill>
            </a:rPr>
            <a:t>Remaining useful life (RUL)</a:t>
          </a:r>
          <a:endParaRPr lang="en-IN" sz="1800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3DB25E75-B5CA-B84A-8494-3F7D2C6E9C00}" type="parTrans" cxnId="{40B09E67-C7E1-D143-B493-25B0AA71BA63}">
      <dgm:prSet/>
      <dgm:spPr/>
      <dgm:t>
        <a:bodyPr/>
        <a:lstStyle/>
        <a:p>
          <a:endParaRPr lang="en-GB"/>
        </a:p>
      </dgm:t>
    </dgm:pt>
    <dgm:pt modelId="{E2575D1A-372D-CA4B-AFA0-A8B8E3F06BAE}" type="sibTrans" cxnId="{40B09E67-C7E1-D143-B493-25B0AA71BA63}">
      <dgm:prSet/>
      <dgm:spPr/>
      <dgm:t>
        <a:bodyPr/>
        <a:lstStyle/>
        <a:p>
          <a:endParaRPr lang="en-GB"/>
        </a:p>
      </dgm:t>
    </dgm:pt>
    <dgm:pt modelId="{C3EBD9FB-0F2D-1341-B6E7-0779BEB0E4F0}">
      <dgm:prSet custT="1"/>
      <dgm:spPr/>
      <dgm:t>
        <a:bodyPr/>
        <a:lstStyle/>
        <a:p>
          <a:r>
            <a:rPr lang="en-US" sz="1800">
              <a:solidFill>
                <a:schemeClr val="tx1">
                  <a:lumMod val="85000"/>
                  <a:lumOff val="15000"/>
                </a:schemeClr>
              </a:solidFill>
            </a:rPr>
            <a:t>Identify key factors affecting battery degradation</a:t>
          </a:r>
          <a:endParaRPr lang="en-IN" sz="1800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C39E4630-3E16-064D-BA6A-38E7484B8FA7}" type="parTrans" cxnId="{857C7C25-B919-CC48-AFC0-1B50BDD3C09B}">
      <dgm:prSet/>
      <dgm:spPr/>
      <dgm:t>
        <a:bodyPr/>
        <a:lstStyle/>
        <a:p>
          <a:endParaRPr lang="en-GB"/>
        </a:p>
      </dgm:t>
    </dgm:pt>
    <dgm:pt modelId="{BD4FBF67-8553-E841-B8EE-21315334902E}" type="sibTrans" cxnId="{857C7C25-B919-CC48-AFC0-1B50BDD3C09B}">
      <dgm:prSet/>
      <dgm:spPr/>
      <dgm:t>
        <a:bodyPr/>
        <a:lstStyle/>
        <a:p>
          <a:endParaRPr lang="en-GB"/>
        </a:p>
      </dgm:t>
    </dgm:pt>
    <dgm:pt modelId="{1BF7DEC1-6CD1-3B47-80EC-84B46582C318}">
      <dgm:prSet custT="1"/>
      <dgm:spPr/>
      <dgm:t>
        <a:bodyPr/>
        <a:lstStyle/>
        <a:p>
          <a:r>
            <a:rPr lang="en-US" sz="1800">
              <a:solidFill>
                <a:schemeClr val="tx1">
                  <a:lumMod val="85000"/>
                  <a:lumOff val="15000"/>
                </a:schemeClr>
              </a:solidFill>
            </a:rPr>
            <a:t>Use Machine Learning models for accurate prediction</a:t>
          </a:r>
          <a:endParaRPr lang="en-IN" sz="1800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87B694D2-2BE6-9A46-B9A0-8719509C4A20}" type="parTrans" cxnId="{7F2F2498-C610-B041-89A4-6BFD8E007376}">
      <dgm:prSet/>
      <dgm:spPr/>
      <dgm:t>
        <a:bodyPr/>
        <a:lstStyle/>
        <a:p>
          <a:endParaRPr lang="en-GB"/>
        </a:p>
      </dgm:t>
    </dgm:pt>
    <dgm:pt modelId="{5263C595-914B-4D48-A602-3807A512B0B1}" type="sibTrans" cxnId="{7F2F2498-C610-B041-89A4-6BFD8E007376}">
      <dgm:prSet/>
      <dgm:spPr/>
      <dgm:t>
        <a:bodyPr/>
        <a:lstStyle/>
        <a:p>
          <a:endParaRPr lang="en-GB"/>
        </a:p>
      </dgm:t>
    </dgm:pt>
    <dgm:pt modelId="{ABD57F03-3028-C247-962F-129EE7C6D070}">
      <dgm:prSet custT="1"/>
      <dgm:spPr/>
      <dgm:t>
        <a:bodyPr/>
        <a:lstStyle/>
        <a:p>
          <a:r>
            <a:rPr lang="en-US" sz="1800">
              <a:solidFill>
                <a:schemeClr val="tx1">
                  <a:lumMod val="85000"/>
                  <a:lumOff val="15000"/>
                </a:schemeClr>
              </a:solidFill>
            </a:rPr>
            <a:t>Compare model performance using evaluation metrics</a:t>
          </a:r>
          <a:endParaRPr lang="en-IN" sz="1800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7523CDC1-8FF8-5A4E-924C-E65F11C15AAA}" type="parTrans" cxnId="{64449B20-D786-1642-935A-A7749E6659D9}">
      <dgm:prSet/>
      <dgm:spPr/>
      <dgm:t>
        <a:bodyPr/>
        <a:lstStyle/>
        <a:p>
          <a:endParaRPr lang="en-GB"/>
        </a:p>
      </dgm:t>
    </dgm:pt>
    <dgm:pt modelId="{B4912047-C5C0-7447-B0BA-EFD3183A7E24}" type="sibTrans" cxnId="{64449B20-D786-1642-935A-A7749E6659D9}">
      <dgm:prSet/>
      <dgm:spPr/>
      <dgm:t>
        <a:bodyPr/>
        <a:lstStyle/>
        <a:p>
          <a:endParaRPr lang="en-GB"/>
        </a:p>
      </dgm:t>
    </dgm:pt>
    <dgm:pt modelId="{E50352D2-AC87-364A-BAFF-DD0254F00210}" type="pres">
      <dgm:prSet presAssocID="{A914A827-0263-7D4D-9B65-9042461B75C7}" presName="Name0" presStyleCnt="0">
        <dgm:presLayoutVars>
          <dgm:dir/>
          <dgm:resizeHandles val="exact"/>
        </dgm:presLayoutVars>
      </dgm:prSet>
      <dgm:spPr/>
    </dgm:pt>
    <dgm:pt modelId="{4868FE5B-40E0-8846-BF8F-B38267299060}" type="pres">
      <dgm:prSet presAssocID="{2059BCCC-CD3D-4A46-9F05-6A390AB2B2D3}" presName="Name5" presStyleLbl="vennNode1" presStyleIdx="0" presStyleCnt="5">
        <dgm:presLayoutVars>
          <dgm:bulletEnabled val="1"/>
        </dgm:presLayoutVars>
      </dgm:prSet>
      <dgm:spPr/>
    </dgm:pt>
    <dgm:pt modelId="{7AA3A121-1021-904E-91FD-43126DD33E8D}" type="pres">
      <dgm:prSet presAssocID="{E889A302-4955-CD47-8398-FAA3D9CB0C29}" presName="space" presStyleCnt="0"/>
      <dgm:spPr/>
    </dgm:pt>
    <dgm:pt modelId="{16D7444B-9936-EE4E-919D-ACB7702475FD}" type="pres">
      <dgm:prSet presAssocID="{24F03BF7-0E55-A146-BC85-11483CF3BC14}" presName="Name5" presStyleLbl="vennNode1" presStyleIdx="1" presStyleCnt="5">
        <dgm:presLayoutVars>
          <dgm:bulletEnabled val="1"/>
        </dgm:presLayoutVars>
      </dgm:prSet>
      <dgm:spPr/>
    </dgm:pt>
    <dgm:pt modelId="{B40C7192-C392-1D4E-9862-95795B4F991A}" type="pres">
      <dgm:prSet presAssocID="{F73959CC-A4E1-1D4A-B386-C31C11842809}" presName="space" presStyleCnt="0"/>
      <dgm:spPr/>
    </dgm:pt>
    <dgm:pt modelId="{13E94E27-269E-3F43-A18B-952AA2D1F2E9}" type="pres">
      <dgm:prSet presAssocID="{C3EBD9FB-0F2D-1341-B6E7-0779BEB0E4F0}" presName="Name5" presStyleLbl="vennNode1" presStyleIdx="2" presStyleCnt="5">
        <dgm:presLayoutVars>
          <dgm:bulletEnabled val="1"/>
        </dgm:presLayoutVars>
      </dgm:prSet>
      <dgm:spPr/>
    </dgm:pt>
    <dgm:pt modelId="{6EE0791E-3994-7B4B-A45C-5A6CC120AF67}" type="pres">
      <dgm:prSet presAssocID="{BD4FBF67-8553-E841-B8EE-21315334902E}" presName="space" presStyleCnt="0"/>
      <dgm:spPr/>
    </dgm:pt>
    <dgm:pt modelId="{68B4C36C-EFAA-3F41-830B-284F1A5F1528}" type="pres">
      <dgm:prSet presAssocID="{1BF7DEC1-6CD1-3B47-80EC-84B46582C318}" presName="Name5" presStyleLbl="vennNode1" presStyleIdx="3" presStyleCnt="5">
        <dgm:presLayoutVars>
          <dgm:bulletEnabled val="1"/>
        </dgm:presLayoutVars>
      </dgm:prSet>
      <dgm:spPr/>
    </dgm:pt>
    <dgm:pt modelId="{D9DFB32B-C3AE-6343-B5A7-0AD8A2094BFB}" type="pres">
      <dgm:prSet presAssocID="{5263C595-914B-4D48-A602-3807A512B0B1}" presName="space" presStyleCnt="0"/>
      <dgm:spPr/>
    </dgm:pt>
    <dgm:pt modelId="{08F520DF-664B-E242-ADF9-7205EADC1CB4}" type="pres">
      <dgm:prSet presAssocID="{ABD57F03-3028-C247-962F-129EE7C6D070}" presName="Name5" presStyleLbl="vennNode1" presStyleIdx="4" presStyleCnt="5">
        <dgm:presLayoutVars>
          <dgm:bulletEnabled val="1"/>
        </dgm:presLayoutVars>
      </dgm:prSet>
      <dgm:spPr/>
    </dgm:pt>
  </dgm:ptLst>
  <dgm:cxnLst>
    <dgm:cxn modelId="{98834A04-F084-7B47-A396-A2ED93C43A31}" type="presOf" srcId="{17076619-4221-4D47-8F69-CF3542D978C5}" destId="{16D7444B-9936-EE4E-919D-ACB7702475FD}" srcOrd="0" destOrd="1" presId="urn:microsoft.com/office/officeart/2005/8/layout/venn3"/>
    <dgm:cxn modelId="{EDB60D1B-32CE-524A-A581-E5DFF14891C1}" type="presOf" srcId="{24F03BF7-0E55-A146-BC85-11483CF3BC14}" destId="{16D7444B-9936-EE4E-919D-ACB7702475FD}" srcOrd="0" destOrd="0" presId="urn:microsoft.com/office/officeart/2005/8/layout/venn3"/>
    <dgm:cxn modelId="{64449B20-D786-1642-935A-A7749E6659D9}" srcId="{A914A827-0263-7D4D-9B65-9042461B75C7}" destId="{ABD57F03-3028-C247-962F-129EE7C6D070}" srcOrd="4" destOrd="0" parTransId="{7523CDC1-8FF8-5A4E-924C-E65F11C15AAA}" sibTransId="{B4912047-C5C0-7447-B0BA-EFD3183A7E24}"/>
    <dgm:cxn modelId="{857C7C25-B919-CC48-AFC0-1B50BDD3C09B}" srcId="{A914A827-0263-7D4D-9B65-9042461B75C7}" destId="{C3EBD9FB-0F2D-1341-B6E7-0779BEB0E4F0}" srcOrd="2" destOrd="0" parTransId="{C39E4630-3E16-064D-BA6A-38E7484B8FA7}" sibTransId="{BD4FBF67-8553-E841-B8EE-21315334902E}"/>
    <dgm:cxn modelId="{C2112261-53B9-2842-AEC1-3153C3E4320F}" srcId="{A914A827-0263-7D4D-9B65-9042461B75C7}" destId="{2059BCCC-CD3D-4A46-9F05-6A390AB2B2D3}" srcOrd="0" destOrd="0" parTransId="{47DA0524-218B-E845-B40E-76CA61F22BB0}" sibTransId="{E889A302-4955-CD47-8398-FAA3D9CB0C29}"/>
    <dgm:cxn modelId="{40B09E67-C7E1-D143-B493-25B0AA71BA63}" srcId="{24F03BF7-0E55-A146-BC85-11483CF3BC14}" destId="{C8F739D9-190D-6748-87D2-B4A77B9FB9E4}" srcOrd="1" destOrd="0" parTransId="{3DB25E75-B5CA-B84A-8494-3F7D2C6E9C00}" sibTransId="{E2575D1A-372D-CA4B-AFA0-A8B8E3F06BAE}"/>
    <dgm:cxn modelId="{2DB7864A-06B5-9C47-85E3-CA071A857CB9}" type="presOf" srcId="{ABD57F03-3028-C247-962F-129EE7C6D070}" destId="{08F520DF-664B-E242-ADF9-7205EADC1CB4}" srcOrd="0" destOrd="0" presId="urn:microsoft.com/office/officeart/2005/8/layout/venn3"/>
    <dgm:cxn modelId="{9A824378-0567-C54A-8585-2DDDD3FC02D6}" type="presOf" srcId="{2059BCCC-CD3D-4A46-9F05-6A390AB2B2D3}" destId="{4868FE5B-40E0-8846-BF8F-B38267299060}" srcOrd="0" destOrd="0" presId="urn:microsoft.com/office/officeart/2005/8/layout/venn3"/>
    <dgm:cxn modelId="{7F2F2498-C610-B041-89A4-6BFD8E007376}" srcId="{A914A827-0263-7D4D-9B65-9042461B75C7}" destId="{1BF7DEC1-6CD1-3B47-80EC-84B46582C318}" srcOrd="3" destOrd="0" parTransId="{87B694D2-2BE6-9A46-B9A0-8719509C4A20}" sibTransId="{5263C595-914B-4D48-A602-3807A512B0B1}"/>
    <dgm:cxn modelId="{03DDEFA0-E876-4348-AE3E-E157297E12D2}" type="presOf" srcId="{A914A827-0263-7D4D-9B65-9042461B75C7}" destId="{E50352D2-AC87-364A-BAFF-DD0254F00210}" srcOrd="0" destOrd="0" presId="urn:microsoft.com/office/officeart/2005/8/layout/venn3"/>
    <dgm:cxn modelId="{DC7D4DA2-1972-D347-8984-D910F60C908B}" srcId="{A914A827-0263-7D4D-9B65-9042461B75C7}" destId="{24F03BF7-0E55-A146-BC85-11483CF3BC14}" srcOrd="1" destOrd="0" parTransId="{799A4F95-CEE7-5E41-A5D4-7A1BA972707D}" sibTransId="{F73959CC-A4E1-1D4A-B386-C31C11842809}"/>
    <dgm:cxn modelId="{5AEC99BF-CC17-1C4B-9B69-4A97CB2C491E}" type="presOf" srcId="{C3EBD9FB-0F2D-1341-B6E7-0779BEB0E4F0}" destId="{13E94E27-269E-3F43-A18B-952AA2D1F2E9}" srcOrd="0" destOrd="0" presId="urn:microsoft.com/office/officeart/2005/8/layout/venn3"/>
    <dgm:cxn modelId="{C4D2F9C3-16C8-7441-9B98-5C1F33383943}" srcId="{24F03BF7-0E55-A146-BC85-11483CF3BC14}" destId="{17076619-4221-4D47-8F69-CF3542D978C5}" srcOrd="0" destOrd="0" parTransId="{5F05E008-FF06-6748-B009-CBE2BC32B802}" sibTransId="{67328418-F701-0747-A948-A452BD14A288}"/>
    <dgm:cxn modelId="{2D6FC0EF-7E16-5143-B43B-E8546DC2D99F}" type="presOf" srcId="{C8F739D9-190D-6748-87D2-B4A77B9FB9E4}" destId="{16D7444B-9936-EE4E-919D-ACB7702475FD}" srcOrd="0" destOrd="2" presId="urn:microsoft.com/office/officeart/2005/8/layout/venn3"/>
    <dgm:cxn modelId="{BF2119F4-6E68-9448-A681-3723419590FC}" type="presOf" srcId="{1BF7DEC1-6CD1-3B47-80EC-84B46582C318}" destId="{68B4C36C-EFAA-3F41-830B-284F1A5F1528}" srcOrd="0" destOrd="0" presId="urn:microsoft.com/office/officeart/2005/8/layout/venn3"/>
    <dgm:cxn modelId="{00762B50-7533-D74A-BCA8-BD7931DCE6DE}" type="presParOf" srcId="{E50352D2-AC87-364A-BAFF-DD0254F00210}" destId="{4868FE5B-40E0-8846-BF8F-B38267299060}" srcOrd="0" destOrd="0" presId="urn:microsoft.com/office/officeart/2005/8/layout/venn3"/>
    <dgm:cxn modelId="{3EBB8D1C-270F-6243-9339-58B505221456}" type="presParOf" srcId="{E50352D2-AC87-364A-BAFF-DD0254F00210}" destId="{7AA3A121-1021-904E-91FD-43126DD33E8D}" srcOrd="1" destOrd="0" presId="urn:microsoft.com/office/officeart/2005/8/layout/venn3"/>
    <dgm:cxn modelId="{4F8E20A7-31A3-1545-BC65-A4C5784158C5}" type="presParOf" srcId="{E50352D2-AC87-364A-BAFF-DD0254F00210}" destId="{16D7444B-9936-EE4E-919D-ACB7702475FD}" srcOrd="2" destOrd="0" presId="urn:microsoft.com/office/officeart/2005/8/layout/venn3"/>
    <dgm:cxn modelId="{855A2D54-1C76-D944-86D5-8F98F737F25B}" type="presParOf" srcId="{E50352D2-AC87-364A-BAFF-DD0254F00210}" destId="{B40C7192-C392-1D4E-9862-95795B4F991A}" srcOrd="3" destOrd="0" presId="urn:microsoft.com/office/officeart/2005/8/layout/venn3"/>
    <dgm:cxn modelId="{2B98FC4D-5495-6F4A-B9E1-20BD5B55CD99}" type="presParOf" srcId="{E50352D2-AC87-364A-BAFF-DD0254F00210}" destId="{13E94E27-269E-3F43-A18B-952AA2D1F2E9}" srcOrd="4" destOrd="0" presId="urn:microsoft.com/office/officeart/2005/8/layout/venn3"/>
    <dgm:cxn modelId="{D423DC70-379A-2D43-A9C5-4A897F183558}" type="presParOf" srcId="{E50352D2-AC87-364A-BAFF-DD0254F00210}" destId="{6EE0791E-3994-7B4B-A45C-5A6CC120AF67}" srcOrd="5" destOrd="0" presId="urn:microsoft.com/office/officeart/2005/8/layout/venn3"/>
    <dgm:cxn modelId="{60ED9FDE-618D-3A4E-9A44-766B40371ADF}" type="presParOf" srcId="{E50352D2-AC87-364A-BAFF-DD0254F00210}" destId="{68B4C36C-EFAA-3F41-830B-284F1A5F1528}" srcOrd="6" destOrd="0" presId="urn:microsoft.com/office/officeart/2005/8/layout/venn3"/>
    <dgm:cxn modelId="{6D690A24-2D04-AA4B-8383-661CECA7B4BF}" type="presParOf" srcId="{E50352D2-AC87-364A-BAFF-DD0254F00210}" destId="{D9DFB32B-C3AE-6343-B5A7-0AD8A2094BFB}" srcOrd="7" destOrd="0" presId="urn:microsoft.com/office/officeart/2005/8/layout/venn3"/>
    <dgm:cxn modelId="{B16AB709-5A85-C247-9CC7-2ECA3087A9E6}" type="presParOf" srcId="{E50352D2-AC87-364A-BAFF-DD0254F00210}" destId="{08F520DF-664B-E242-ADF9-7205EADC1CB4}" srcOrd="8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4CFB598-61F1-7449-860B-24A09BFE554A}" type="doc">
      <dgm:prSet loTypeId="urn:microsoft.com/office/officeart/2005/8/layout/default" loCatId="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88430704-CA18-604B-987C-B1AA67E70EC2}">
      <dgm:prSet custT="1"/>
      <dgm:spPr/>
      <dgm:t>
        <a:bodyPr/>
        <a:lstStyle/>
        <a:p>
          <a:r>
            <a:rPr lang="en-US" sz="1600">
              <a:solidFill>
                <a:schemeClr val="tx1">
                  <a:lumMod val="85000"/>
                  <a:lumOff val="15000"/>
                </a:schemeClr>
              </a:solidFill>
            </a:rPr>
            <a:t>Gradual and irreversible loss of battery performance over time results in:</a:t>
          </a:r>
          <a:endParaRPr lang="en-IN" sz="1600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F5EA890B-5E19-9646-A3D0-462540F73C30}" type="parTrans" cxnId="{D4EA2BBF-4C75-704A-B87C-31D99033937D}">
      <dgm:prSet/>
      <dgm:spPr/>
      <dgm:t>
        <a:bodyPr/>
        <a:lstStyle/>
        <a:p>
          <a:endParaRPr lang="en-GB"/>
        </a:p>
      </dgm:t>
    </dgm:pt>
    <dgm:pt modelId="{0411B9F1-7CD9-3B41-984E-8BDBF7982A37}" type="sibTrans" cxnId="{D4EA2BBF-4C75-704A-B87C-31D99033937D}">
      <dgm:prSet/>
      <dgm:spPr/>
      <dgm:t>
        <a:bodyPr/>
        <a:lstStyle/>
        <a:p>
          <a:endParaRPr lang="en-GB"/>
        </a:p>
      </dgm:t>
    </dgm:pt>
    <dgm:pt modelId="{B64930BB-0E04-1245-BEB1-34BB40971750}">
      <dgm:prSet custT="1"/>
      <dgm:spPr/>
      <dgm:t>
        <a:bodyPr/>
        <a:lstStyle/>
        <a:p>
          <a:r>
            <a:rPr lang="en-US" sz="1400">
              <a:solidFill>
                <a:schemeClr val="tx1">
                  <a:lumMod val="85000"/>
                  <a:lumOff val="15000"/>
                </a:schemeClr>
              </a:solidFill>
            </a:rPr>
            <a:t>Capacity fade (reduced energy storage)</a:t>
          </a:r>
          <a:endParaRPr lang="en-IN" sz="1400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9E27F33B-DFE3-264F-9551-3567DB5051D6}" type="parTrans" cxnId="{F48860E5-64CE-6D40-AC33-E604E18909B5}">
      <dgm:prSet/>
      <dgm:spPr/>
      <dgm:t>
        <a:bodyPr/>
        <a:lstStyle/>
        <a:p>
          <a:endParaRPr lang="en-GB"/>
        </a:p>
      </dgm:t>
    </dgm:pt>
    <dgm:pt modelId="{78CC97A1-C3B2-4145-A563-EF9E03CE1211}" type="sibTrans" cxnId="{F48860E5-64CE-6D40-AC33-E604E18909B5}">
      <dgm:prSet/>
      <dgm:spPr/>
      <dgm:t>
        <a:bodyPr/>
        <a:lstStyle/>
        <a:p>
          <a:endParaRPr lang="en-GB"/>
        </a:p>
      </dgm:t>
    </dgm:pt>
    <dgm:pt modelId="{A97E8A3C-812F-FC4D-846F-2FE93848D228}">
      <dgm:prSet custT="1"/>
      <dgm:spPr/>
      <dgm:t>
        <a:bodyPr/>
        <a:lstStyle/>
        <a:p>
          <a:r>
            <a:rPr lang="en-US" sz="1400">
              <a:solidFill>
                <a:schemeClr val="tx1">
                  <a:lumMod val="85000"/>
                  <a:lumOff val="15000"/>
                </a:schemeClr>
              </a:solidFill>
            </a:rPr>
            <a:t>Power fade (increased internal resistance)</a:t>
          </a:r>
          <a:endParaRPr lang="en-IN" sz="1400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0246DC9F-639E-5A4E-9CB9-282F9FE1418E}" type="parTrans" cxnId="{12580948-4F3F-6749-AAAE-C20531F054B6}">
      <dgm:prSet/>
      <dgm:spPr/>
      <dgm:t>
        <a:bodyPr/>
        <a:lstStyle/>
        <a:p>
          <a:endParaRPr lang="en-GB"/>
        </a:p>
      </dgm:t>
    </dgm:pt>
    <dgm:pt modelId="{C8D04AE3-4DF2-D74F-B441-A80E390C1530}" type="sibTrans" cxnId="{12580948-4F3F-6749-AAAE-C20531F054B6}">
      <dgm:prSet/>
      <dgm:spPr/>
      <dgm:t>
        <a:bodyPr/>
        <a:lstStyle/>
        <a:p>
          <a:endParaRPr lang="en-GB"/>
        </a:p>
      </dgm:t>
    </dgm:pt>
    <dgm:pt modelId="{7D50E99A-44DE-3E4A-A14D-3653DE398BFC}">
      <dgm:prSet custT="1"/>
      <dgm:spPr>
        <a:effectLst>
          <a:softEdge rad="1013908"/>
        </a:effectLst>
        <a:scene3d>
          <a:camera prst="orthographicFront"/>
          <a:lightRig rig="flat" dir="t"/>
        </a:scene3d>
      </dgm:spPr>
      <dgm:t>
        <a:bodyPr/>
        <a:lstStyle/>
        <a:p>
          <a:r>
            <a:rPr lang="en-US" sz="1600">
              <a:solidFill>
                <a:schemeClr val="tx1">
                  <a:lumMod val="85000"/>
                  <a:lumOff val="15000"/>
                </a:schemeClr>
              </a:solidFill>
            </a:rPr>
            <a:t>Types of aging</a:t>
          </a:r>
          <a:endParaRPr lang="en-IN" sz="1600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D6688D55-9773-B042-B8DA-B6D4F2E8E358}" type="parTrans" cxnId="{A4E304F0-54F2-2F4B-9A49-51B0F83C5EE5}">
      <dgm:prSet/>
      <dgm:spPr/>
      <dgm:t>
        <a:bodyPr/>
        <a:lstStyle/>
        <a:p>
          <a:endParaRPr lang="en-GB"/>
        </a:p>
      </dgm:t>
    </dgm:pt>
    <dgm:pt modelId="{76722824-51BC-5046-B5F5-BB0A9477BA5F}" type="sibTrans" cxnId="{A4E304F0-54F2-2F4B-9A49-51B0F83C5EE5}">
      <dgm:prSet/>
      <dgm:spPr/>
      <dgm:t>
        <a:bodyPr/>
        <a:lstStyle/>
        <a:p>
          <a:endParaRPr lang="en-GB"/>
        </a:p>
      </dgm:t>
    </dgm:pt>
    <dgm:pt modelId="{161EE536-5037-1A4E-A35F-ECD713D7F67D}">
      <dgm:prSet custT="1"/>
      <dgm:spPr>
        <a:effectLst>
          <a:softEdge rad="1013908"/>
        </a:effectLst>
        <a:scene3d>
          <a:camera prst="orthographicFront"/>
          <a:lightRig rig="flat" dir="t"/>
        </a:scene3d>
      </dgm:spPr>
      <dgm:t>
        <a:bodyPr/>
        <a:lstStyle/>
        <a:p>
          <a:r>
            <a:rPr lang="en-US" sz="1400">
              <a:solidFill>
                <a:schemeClr val="tx1">
                  <a:lumMod val="85000"/>
                  <a:lumOff val="15000"/>
                </a:schemeClr>
              </a:solidFill>
            </a:rPr>
            <a:t>Calendar aging </a:t>
          </a:r>
          <a:r>
            <a:rPr lang="en-US" sz="1400">
              <a:solidFill>
                <a:schemeClr val="tx1">
                  <a:lumMod val="85000"/>
                  <a:lumOff val="15000"/>
                </a:schemeClr>
              </a:solidFill>
              <a:sym typeface="Wingdings" pitchFamily="2" charset="2"/>
            </a:rPr>
            <a:t></a:t>
          </a:r>
          <a:r>
            <a:rPr lang="en-US" sz="1400">
              <a:solidFill>
                <a:schemeClr val="tx1">
                  <a:lumMod val="85000"/>
                  <a:lumOff val="15000"/>
                </a:schemeClr>
              </a:solidFill>
            </a:rPr>
            <a:t> occurs during storage (depends on temperature &amp; SOC)</a:t>
          </a:r>
          <a:endParaRPr lang="en-IN" sz="1400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3D31C219-126C-6140-B03D-4B69C110B0D5}" type="parTrans" cxnId="{574C51B7-6325-DC49-8EB9-CB780A843FD2}">
      <dgm:prSet/>
      <dgm:spPr/>
      <dgm:t>
        <a:bodyPr/>
        <a:lstStyle/>
        <a:p>
          <a:endParaRPr lang="en-GB"/>
        </a:p>
      </dgm:t>
    </dgm:pt>
    <dgm:pt modelId="{B444A05B-9A7F-6D48-A498-EEC0CC279EAF}" type="sibTrans" cxnId="{574C51B7-6325-DC49-8EB9-CB780A843FD2}">
      <dgm:prSet/>
      <dgm:spPr/>
      <dgm:t>
        <a:bodyPr/>
        <a:lstStyle/>
        <a:p>
          <a:endParaRPr lang="en-GB"/>
        </a:p>
      </dgm:t>
    </dgm:pt>
    <dgm:pt modelId="{1D983761-0892-E843-A437-F5A363561A62}">
      <dgm:prSet custT="1"/>
      <dgm:spPr>
        <a:effectLst>
          <a:softEdge rad="1013908"/>
        </a:effectLst>
        <a:scene3d>
          <a:camera prst="orthographicFront"/>
          <a:lightRig rig="flat" dir="t"/>
        </a:scene3d>
      </dgm:spPr>
      <dgm:t>
        <a:bodyPr/>
        <a:lstStyle/>
        <a:p>
          <a:r>
            <a:rPr lang="en-US" sz="1400">
              <a:solidFill>
                <a:schemeClr val="tx1">
                  <a:lumMod val="85000"/>
                  <a:lumOff val="15000"/>
                </a:schemeClr>
              </a:solidFill>
            </a:rPr>
            <a:t>Cycle aging</a:t>
          </a:r>
          <a:r>
            <a:rPr lang="en-US" sz="1400">
              <a:solidFill>
                <a:schemeClr val="tx1">
                  <a:lumMod val="85000"/>
                  <a:lumOff val="15000"/>
                </a:schemeClr>
              </a:solidFill>
              <a:sym typeface="Wingdings" pitchFamily="2" charset="2"/>
            </a:rPr>
            <a:t></a:t>
          </a:r>
          <a:r>
            <a:rPr lang="en-US" sz="1400">
              <a:solidFill>
                <a:schemeClr val="tx1">
                  <a:lumMod val="85000"/>
                  <a:lumOff val="15000"/>
                </a:schemeClr>
              </a:solidFill>
            </a:rPr>
            <a:t> occurs during charge/discharge cycles</a:t>
          </a:r>
          <a:endParaRPr lang="en-IN" sz="1400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47F60309-128C-4D4A-8B31-A86D600C9056}" type="parTrans" cxnId="{3B4E8FBE-EFDA-674D-88A2-CD634DB9E3EF}">
      <dgm:prSet/>
      <dgm:spPr/>
      <dgm:t>
        <a:bodyPr/>
        <a:lstStyle/>
        <a:p>
          <a:endParaRPr lang="en-GB"/>
        </a:p>
      </dgm:t>
    </dgm:pt>
    <dgm:pt modelId="{22878E8B-31F7-F343-8241-D026EB5ED2C7}" type="sibTrans" cxnId="{3B4E8FBE-EFDA-674D-88A2-CD634DB9E3EF}">
      <dgm:prSet/>
      <dgm:spPr/>
      <dgm:t>
        <a:bodyPr/>
        <a:lstStyle/>
        <a:p>
          <a:endParaRPr lang="en-GB"/>
        </a:p>
      </dgm:t>
    </dgm:pt>
    <dgm:pt modelId="{27ACAB69-59B7-1E48-822B-B1EC3B4A1BFF}">
      <dgm:prSet custT="1"/>
      <dgm:spPr>
        <a:ln>
          <a:solidFill>
            <a:srgbClr val="13B4B3"/>
          </a:solidFill>
        </a:ln>
      </dgm:spPr>
      <dgm:t>
        <a:bodyPr/>
        <a:lstStyle/>
        <a:p>
          <a:r>
            <a:rPr lang="en-US" sz="1600">
              <a:solidFill>
                <a:schemeClr val="tx1">
                  <a:lumMod val="85000"/>
                  <a:lumOff val="15000"/>
                </a:schemeClr>
              </a:solidFill>
            </a:rPr>
            <a:t>Key degradation mechanisms</a:t>
          </a:r>
          <a:endParaRPr lang="en-IN" sz="1600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6D9142DA-86A4-564D-8817-E863A4A46146}" type="parTrans" cxnId="{1098693B-70A3-024F-BB77-17D23A043890}">
      <dgm:prSet/>
      <dgm:spPr/>
      <dgm:t>
        <a:bodyPr/>
        <a:lstStyle/>
        <a:p>
          <a:endParaRPr lang="en-GB"/>
        </a:p>
      </dgm:t>
    </dgm:pt>
    <dgm:pt modelId="{3BD046F2-3A32-494A-8BF1-EB6F19A0C4FB}" type="sibTrans" cxnId="{1098693B-70A3-024F-BB77-17D23A043890}">
      <dgm:prSet/>
      <dgm:spPr/>
      <dgm:t>
        <a:bodyPr/>
        <a:lstStyle/>
        <a:p>
          <a:endParaRPr lang="en-GB"/>
        </a:p>
      </dgm:t>
    </dgm:pt>
    <dgm:pt modelId="{843BB585-A688-C949-A6EC-FA624FBDA0A4}">
      <dgm:prSet custT="1"/>
      <dgm:spPr>
        <a:ln>
          <a:solidFill>
            <a:srgbClr val="13B4B3"/>
          </a:solidFill>
        </a:ln>
      </dgm:spPr>
      <dgm:t>
        <a:bodyPr/>
        <a:lstStyle/>
        <a:p>
          <a:r>
            <a:rPr lang="en-US" sz="1400">
              <a:solidFill>
                <a:schemeClr val="tx1">
                  <a:lumMod val="85000"/>
                  <a:lumOff val="15000"/>
                </a:schemeClr>
              </a:solidFill>
            </a:rPr>
            <a:t>SEI layer growth</a:t>
          </a:r>
          <a:endParaRPr lang="en-IN" sz="1400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CEC31A4B-EA0B-644F-AD80-1659D42B06BB}" type="parTrans" cxnId="{30C5F981-0714-444A-896C-69E9F4C900A8}">
      <dgm:prSet/>
      <dgm:spPr/>
      <dgm:t>
        <a:bodyPr/>
        <a:lstStyle/>
        <a:p>
          <a:endParaRPr lang="en-GB"/>
        </a:p>
      </dgm:t>
    </dgm:pt>
    <dgm:pt modelId="{CD3AE503-3574-3E43-A8EC-4BD142BF55C1}" type="sibTrans" cxnId="{30C5F981-0714-444A-896C-69E9F4C900A8}">
      <dgm:prSet/>
      <dgm:spPr/>
      <dgm:t>
        <a:bodyPr/>
        <a:lstStyle/>
        <a:p>
          <a:endParaRPr lang="en-GB"/>
        </a:p>
      </dgm:t>
    </dgm:pt>
    <dgm:pt modelId="{45514311-901C-F34F-AD18-A65ABB9A0DA9}">
      <dgm:prSet custT="1"/>
      <dgm:spPr>
        <a:ln>
          <a:solidFill>
            <a:srgbClr val="13B4B3"/>
          </a:solidFill>
        </a:ln>
      </dgm:spPr>
      <dgm:t>
        <a:bodyPr/>
        <a:lstStyle/>
        <a:p>
          <a:r>
            <a:rPr lang="en-US" sz="1400">
              <a:solidFill>
                <a:schemeClr val="tx1">
                  <a:lumMod val="85000"/>
                  <a:lumOff val="15000"/>
                </a:schemeClr>
              </a:solidFill>
            </a:rPr>
            <a:t>Lithium plating</a:t>
          </a:r>
          <a:endParaRPr lang="en-IN" sz="1400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20F2778D-CB19-6D48-862E-8C049828202E}" type="parTrans" cxnId="{4B63A031-EE67-C041-A763-216454E54C18}">
      <dgm:prSet/>
      <dgm:spPr/>
      <dgm:t>
        <a:bodyPr/>
        <a:lstStyle/>
        <a:p>
          <a:endParaRPr lang="en-GB"/>
        </a:p>
      </dgm:t>
    </dgm:pt>
    <dgm:pt modelId="{E0987560-14E2-F449-81C4-251830F6F17B}" type="sibTrans" cxnId="{4B63A031-EE67-C041-A763-216454E54C18}">
      <dgm:prSet/>
      <dgm:spPr/>
      <dgm:t>
        <a:bodyPr/>
        <a:lstStyle/>
        <a:p>
          <a:endParaRPr lang="en-GB"/>
        </a:p>
      </dgm:t>
    </dgm:pt>
    <dgm:pt modelId="{3DA5711C-99B0-7E42-9C75-3E3EE4D69FFD}">
      <dgm:prSet custT="1"/>
      <dgm:spPr>
        <a:ln>
          <a:solidFill>
            <a:srgbClr val="13B4B3"/>
          </a:solidFill>
        </a:ln>
      </dgm:spPr>
      <dgm:t>
        <a:bodyPr/>
        <a:lstStyle/>
        <a:p>
          <a:r>
            <a:rPr lang="en-US" sz="1400">
              <a:solidFill>
                <a:schemeClr val="tx1">
                  <a:lumMod val="85000"/>
                  <a:lumOff val="15000"/>
                </a:schemeClr>
              </a:solidFill>
            </a:rPr>
            <a:t>Loss of active material</a:t>
          </a:r>
          <a:endParaRPr lang="en-IN" sz="1400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7F9F9BAF-8831-2E48-8AE5-3F6FCD26E494}" type="parTrans" cxnId="{1189520F-B16F-1743-9F47-A7F4C9C82B65}">
      <dgm:prSet/>
      <dgm:spPr/>
      <dgm:t>
        <a:bodyPr/>
        <a:lstStyle/>
        <a:p>
          <a:endParaRPr lang="en-GB"/>
        </a:p>
      </dgm:t>
    </dgm:pt>
    <dgm:pt modelId="{0594A14A-F291-8947-9B1E-86A203723EA1}" type="sibTrans" cxnId="{1189520F-B16F-1743-9F47-A7F4C9C82B65}">
      <dgm:prSet/>
      <dgm:spPr/>
      <dgm:t>
        <a:bodyPr/>
        <a:lstStyle/>
        <a:p>
          <a:endParaRPr lang="en-GB"/>
        </a:p>
      </dgm:t>
    </dgm:pt>
    <dgm:pt modelId="{6831D4F6-787D-784A-9A4A-8FCD94A49F64}">
      <dgm:prSet custT="1"/>
      <dgm:spPr>
        <a:ln>
          <a:solidFill>
            <a:srgbClr val="13B4B3"/>
          </a:solidFill>
        </a:ln>
      </dgm:spPr>
      <dgm:t>
        <a:bodyPr/>
        <a:lstStyle/>
        <a:p>
          <a:r>
            <a:rPr lang="en-US" sz="1400">
              <a:solidFill>
                <a:schemeClr val="tx1">
                  <a:lumMod val="85000"/>
                  <a:lumOff val="15000"/>
                </a:schemeClr>
              </a:solidFill>
            </a:rPr>
            <a:t>Electrolyte decomposition</a:t>
          </a:r>
          <a:endParaRPr lang="en-IN" sz="1400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04BA8D27-7C57-7F48-AAE7-5CA7D2C5C689}" type="parTrans" cxnId="{49934072-9DE7-604A-A37C-D8931DBACE0D}">
      <dgm:prSet/>
      <dgm:spPr/>
      <dgm:t>
        <a:bodyPr/>
        <a:lstStyle/>
        <a:p>
          <a:endParaRPr lang="en-GB"/>
        </a:p>
      </dgm:t>
    </dgm:pt>
    <dgm:pt modelId="{32485396-5B14-2041-BBBA-B0E5F982131C}" type="sibTrans" cxnId="{49934072-9DE7-604A-A37C-D8931DBACE0D}">
      <dgm:prSet/>
      <dgm:spPr/>
      <dgm:t>
        <a:bodyPr/>
        <a:lstStyle/>
        <a:p>
          <a:endParaRPr lang="en-GB"/>
        </a:p>
      </dgm:t>
    </dgm:pt>
    <dgm:pt modelId="{BFEECBEB-7C01-EC44-9BAE-FC291B7C46C7}">
      <dgm:prSet/>
      <dgm:spPr/>
      <dgm:t>
        <a:bodyPr/>
        <a:lstStyle/>
        <a:p>
          <a:pPr>
            <a:buNone/>
          </a:pPr>
          <a:r>
            <a:rPr lang="en-US" sz="1600">
              <a:solidFill>
                <a:schemeClr val="tx1">
                  <a:lumMod val="85000"/>
                  <a:lumOff val="15000"/>
                </a:schemeClr>
              </a:solidFill>
            </a:rPr>
            <a:t>Battery health indicators</a:t>
          </a:r>
          <a:endParaRPr lang="en-IN" sz="1600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F3BD2E15-395F-A64E-B1FF-6B8590DF7357}" type="parTrans" cxnId="{102592E6-72D6-BF4A-A46B-1E6D0D8E0F44}">
      <dgm:prSet/>
      <dgm:spPr/>
      <dgm:t>
        <a:bodyPr/>
        <a:lstStyle/>
        <a:p>
          <a:endParaRPr lang="en-GB"/>
        </a:p>
      </dgm:t>
    </dgm:pt>
    <dgm:pt modelId="{3E243702-470A-1441-98AD-16316F2BF6AC}" type="sibTrans" cxnId="{102592E6-72D6-BF4A-A46B-1E6D0D8E0F44}">
      <dgm:prSet/>
      <dgm:spPr/>
      <dgm:t>
        <a:bodyPr/>
        <a:lstStyle/>
        <a:p>
          <a:endParaRPr lang="en-GB"/>
        </a:p>
      </dgm:t>
    </dgm:pt>
    <dgm:pt modelId="{7FC96168-4997-BB48-9EA8-09A8CFDE667A}">
      <dgm:prSet custT="1"/>
      <dgm:spPr/>
      <dgm:t>
        <a:bodyPr/>
        <a:lstStyle/>
        <a:p>
          <a:r>
            <a:rPr lang="en-US" sz="1100">
              <a:solidFill>
                <a:schemeClr val="tx1">
                  <a:lumMod val="85000"/>
                  <a:lumOff val="15000"/>
                </a:schemeClr>
              </a:solidFill>
            </a:rPr>
            <a:t> SOH =(current capacity / rated capacity) * 100%</a:t>
          </a:r>
          <a:endParaRPr lang="en-IN" sz="1100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0FF07342-365A-9F43-AA94-EF771D0E818F}" type="parTrans" cxnId="{CCF67728-84FB-A548-8A61-AE4BE713645A}">
      <dgm:prSet/>
      <dgm:spPr/>
      <dgm:t>
        <a:bodyPr/>
        <a:lstStyle/>
        <a:p>
          <a:endParaRPr lang="en-GB"/>
        </a:p>
      </dgm:t>
    </dgm:pt>
    <dgm:pt modelId="{3F93A294-6D49-EA4F-8BE2-3528B0CB9825}" type="sibTrans" cxnId="{CCF67728-84FB-A548-8A61-AE4BE713645A}">
      <dgm:prSet/>
      <dgm:spPr/>
      <dgm:t>
        <a:bodyPr/>
        <a:lstStyle/>
        <a:p>
          <a:endParaRPr lang="en-GB"/>
        </a:p>
      </dgm:t>
    </dgm:pt>
    <dgm:pt modelId="{B7AF7B67-C9BC-914D-81B5-70D91D3A9765}">
      <dgm:prSet custT="1"/>
      <dgm:spPr/>
      <dgm:t>
        <a:bodyPr/>
        <a:lstStyle/>
        <a:p>
          <a:r>
            <a:rPr lang="en-US" sz="1100">
              <a:solidFill>
                <a:schemeClr val="tx1">
                  <a:lumMod val="85000"/>
                  <a:lumOff val="15000"/>
                </a:schemeClr>
              </a:solidFill>
            </a:rPr>
            <a:t> RUL </a:t>
          </a:r>
          <a:r>
            <a:rPr lang="en-US" sz="1100">
              <a:solidFill>
                <a:schemeClr val="tx1">
                  <a:lumMod val="85000"/>
                  <a:lumOff val="15000"/>
                </a:schemeClr>
              </a:solidFill>
              <a:sym typeface="Wingdings" pitchFamily="2" charset="2"/>
            </a:rPr>
            <a:t></a:t>
          </a:r>
          <a:r>
            <a:rPr lang="en-US" sz="1100">
              <a:solidFill>
                <a:schemeClr val="tx1">
                  <a:lumMod val="85000"/>
                  <a:lumOff val="15000"/>
                </a:schemeClr>
              </a:solidFill>
            </a:rPr>
            <a:t>  Remaining cycles before failure</a:t>
          </a:r>
          <a:endParaRPr lang="en-IN" sz="1100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06F7D7DF-E387-BB41-B861-9AAB72A1C705}" type="parTrans" cxnId="{2FA05C17-0DB7-214E-898B-4799C3DE3FE3}">
      <dgm:prSet/>
      <dgm:spPr/>
      <dgm:t>
        <a:bodyPr/>
        <a:lstStyle/>
        <a:p>
          <a:endParaRPr lang="en-GB"/>
        </a:p>
      </dgm:t>
    </dgm:pt>
    <dgm:pt modelId="{2B88A5EB-13F2-E548-9C46-5F3D6A0EDB27}" type="sibTrans" cxnId="{2FA05C17-0DB7-214E-898B-4799C3DE3FE3}">
      <dgm:prSet/>
      <dgm:spPr/>
      <dgm:t>
        <a:bodyPr/>
        <a:lstStyle/>
        <a:p>
          <a:endParaRPr lang="en-GB"/>
        </a:p>
      </dgm:t>
    </dgm:pt>
    <dgm:pt modelId="{F4C7E920-3601-5440-A516-41BA4616455E}">
      <dgm:prSet custT="1"/>
      <dgm:spPr/>
      <dgm:t>
        <a:bodyPr/>
        <a:lstStyle/>
        <a:p>
          <a:r>
            <a:rPr lang="en-US" sz="1100">
              <a:solidFill>
                <a:schemeClr val="tx1">
                  <a:lumMod val="85000"/>
                  <a:lumOff val="15000"/>
                </a:schemeClr>
              </a:solidFill>
            </a:rPr>
            <a:t> Key parameters:</a:t>
          </a:r>
          <a:endParaRPr lang="en-IN" sz="1100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913DCF2F-255A-A644-BC6A-89C20B8E6549}" type="parTrans" cxnId="{483E299E-4023-724E-902F-EBADA521E1EF}">
      <dgm:prSet/>
      <dgm:spPr/>
      <dgm:t>
        <a:bodyPr/>
        <a:lstStyle/>
        <a:p>
          <a:endParaRPr lang="en-GB"/>
        </a:p>
      </dgm:t>
    </dgm:pt>
    <dgm:pt modelId="{C58FCE01-0E1C-484D-B4E1-34EC8A3EEF7B}" type="sibTrans" cxnId="{483E299E-4023-724E-902F-EBADA521E1EF}">
      <dgm:prSet/>
      <dgm:spPr/>
      <dgm:t>
        <a:bodyPr/>
        <a:lstStyle/>
        <a:p>
          <a:endParaRPr lang="en-GB"/>
        </a:p>
      </dgm:t>
    </dgm:pt>
    <dgm:pt modelId="{35D7A90C-B84E-A246-B24B-A9BBBE1DA328}">
      <dgm:prSet custT="1"/>
      <dgm:spPr/>
      <dgm:t>
        <a:bodyPr/>
        <a:lstStyle/>
        <a:p>
          <a:r>
            <a:rPr lang="en-US" sz="1100">
              <a:solidFill>
                <a:schemeClr val="tx1">
                  <a:lumMod val="85000"/>
                  <a:lumOff val="15000"/>
                </a:schemeClr>
              </a:solidFill>
            </a:rPr>
            <a:t> Derived features:</a:t>
          </a:r>
          <a:endParaRPr lang="en-IN" sz="1100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82CB7EDF-F370-104E-9625-4EEF21245FBA}" type="parTrans" cxnId="{3CDE00D3-5B53-3E47-AA82-6258ED4EBA30}">
      <dgm:prSet/>
      <dgm:spPr/>
      <dgm:t>
        <a:bodyPr/>
        <a:lstStyle/>
        <a:p>
          <a:endParaRPr lang="en-GB"/>
        </a:p>
      </dgm:t>
    </dgm:pt>
    <dgm:pt modelId="{0F6D5E57-8C38-574A-8533-46797ABE7F5A}" type="sibTrans" cxnId="{3CDE00D3-5B53-3E47-AA82-6258ED4EBA30}">
      <dgm:prSet/>
      <dgm:spPr/>
      <dgm:t>
        <a:bodyPr/>
        <a:lstStyle/>
        <a:p>
          <a:endParaRPr lang="en-GB"/>
        </a:p>
      </dgm:t>
    </dgm:pt>
    <dgm:pt modelId="{D1E36C78-F9CE-9440-A831-BDBAC2B65820}">
      <dgm:prSet custT="1"/>
      <dgm:spPr/>
      <dgm:t>
        <a:bodyPr/>
        <a:lstStyle/>
        <a:p>
          <a:pPr>
            <a:buNone/>
          </a:pPr>
          <a:r>
            <a:rPr lang="en-US" sz="1100">
              <a:solidFill>
                <a:schemeClr val="tx1">
                  <a:lumMod val="85000"/>
                  <a:lumOff val="15000"/>
                </a:schemeClr>
              </a:solidFill>
            </a:rPr>
            <a:t>      ΔV, incremental capacity, capacity fade rate</a:t>
          </a:r>
          <a:endParaRPr lang="en-IN" sz="1100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5D5200E0-BDDD-7A4D-A392-87E0C3AA4D28}" type="parTrans" cxnId="{878F7012-CFF9-7D4F-B717-985D87AF97FA}">
      <dgm:prSet/>
      <dgm:spPr/>
      <dgm:t>
        <a:bodyPr/>
        <a:lstStyle/>
        <a:p>
          <a:endParaRPr lang="en-GB"/>
        </a:p>
      </dgm:t>
    </dgm:pt>
    <dgm:pt modelId="{C010C47A-E33D-0944-8C90-6E215E3ADA98}" type="sibTrans" cxnId="{878F7012-CFF9-7D4F-B717-985D87AF97FA}">
      <dgm:prSet/>
      <dgm:spPr/>
      <dgm:t>
        <a:bodyPr/>
        <a:lstStyle/>
        <a:p>
          <a:endParaRPr lang="en-GB"/>
        </a:p>
      </dgm:t>
    </dgm:pt>
    <dgm:pt modelId="{3675ADF9-199C-9A4F-A46F-7D400638368B}">
      <dgm:prSet custT="1"/>
      <dgm:spPr/>
      <dgm:t>
        <a:bodyPr/>
        <a:lstStyle/>
        <a:p>
          <a:pPr>
            <a:buNone/>
          </a:pPr>
          <a:r>
            <a:rPr lang="en-US" sz="1100">
              <a:solidFill>
                <a:schemeClr val="tx1">
                  <a:lumMod val="85000"/>
                  <a:lumOff val="15000"/>
                </a:schemeClr>
              </a:solidFill>
            </a:rPr>
            <a:t>	(80% </a:t>
          </a:r>
          <a:r>
            <a:rPr lang="en-US" sz="1100">
              <a:solidFill>
                <a:schemeClr val="tx1">
                  <a:lumMod val="85000"/>
                  <a:lumOff val="15000"/>
                </a:schemeClr>
              </a:solidFill>
              <a:sym typeface="Wingdings" pitchFamily="2" charset="2"/>
            </a:rPr>
            <a:t></a:t>
          </a:r>
          <a:r>
            <a:rPr lang="en-US" sz="1100">
              <a:solidFill>
                <a:schemeClr val="tx1">
                  <a:lumMod val="85000"/>
                  <a:lumOff val="15000"/>
                </a:schemeClr>
              </a:solidFill>
            </a:rPr>
            <a:t> end of life)</a:t>
          </a:r>
          <a:endParaRPr lang="en-IN" sz="1100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41895646-185B-4E49-B7E9-3984F3DCF93D}" type="parTrans" cxnId="{629BD8B2-AD49-1743-BD6D-6E540964CC15}">
      <dgm:prSet/>
      <dgm:spPr/>
      <dgm:t>
        <a:bodyPr/>
        <a:lstStyle/>
        <a:p>
          <a:endParaRPr lang="en-GB"/>
        </a:p>
      </dgm:t>
    </dgm:pt>
    <dgm:pt modelId="{8FB46C31-A4EA-5F4E-85C6-683B196C49B7}" type="sibTrans" cxnId="{629BD8B2-AD49-1743-BD6D-6E540964CC15}">
      <dgm:prSet/>
      <dgm:spPr/>
      <dgm:t>
        <a:bodyPr/>
        <a:lstStyle/>
        <a:p>
          <a:endParaRPr lang="en-GB"/>
        </a:p>
      </dgm:t>
    </dgm:pt>
    <dgm:pt modelId="{486D176B-6141-9449-B234-C5989A8C62CE}">
      <dgm:prSet custT="1"/>
      <dgm:spPr/>
      <dgm:t>
        <a:bodyPr/>
        <a:lstStyle/>
        <a:p>
          <a:pPr>
            <a:buNone/>
          </a:pPr>
          <a:r>
            <a:rPr lang="en-US" sz="1100">
              <a:solidFill>
                <a:schemeClr val="tx1">
                  <a:lumMod val="85000"/>
                  <a:lumOff val="15000"/>
                </a:schemeClr>
              </a:solidFill>
            </a:rPr>
            <a:t>     Voltage, current, temperature, capacity</a:t>
          </a:r>
          <a:endParaRPr lang="en-IN" sz="1100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2FD97C97-F4C1-A443-A8C1-7DC3A74F290D}" type="parTrans" cxnId="{16CE5813-49D0-7C4F-90F5-87997A0E1C05}">
      <dgm:prSet/>
      <dgm:spPr/>
      <dgm:t>
        <a:bodyPr/>
        <a:lstStyle/>
        <a:p>
          <a:endParaRPr lang="en-GB"/>
        </a:p>
      </dgm:t>
    </dgm:pt>
    <dgm:pt modelId="{6062563F-D962-B642-BB2C-2F17298ADC55}" type="sibTrans" cxnId="{16CE5813-49D0-7C4F-90F5-87997A0E1C05}">
      <dgm:prSet/>
      <dgm:spPr/>
      <dgm:t>
        <a:bodyPr/>
        <a:lstStyle/>
        <a:p>
          <a:endParaRPr lang="en-GB"/>
        </a:p>
      </dgm:t>
    </dgm:pt>
    <dgm:pt modelId="{DA54CFE5-1A25-164B-B51E-7EB09E716556}" type="pres">
      <dgm:prSet presAssocID="{44CFB598-61F1-7449-860B-24A09BFE554A}" presName="diagram" presStyleCnt="0">
        <dgm:presLayoutVars>
          <dgm:dir/>
          <dgm:resizeHandles val="exact"/>
        </dgm:presLayoutVars>
      </dgm:prSet>
      <dgm:spPr/>
    </dgm:pt>
    <dgm:pt modelId="{9EB56644-1992-CF42-80B5-4572D3ABA7E1}" type="pres">
      <dgm:prSet presAssocID="{88430704-CA18-604B-987C-B1AA67E70EC2}" presName="node" presStyleLbl="node1" presStyleIdx="0" presStyleCnt="4" custLinFactNeighborX="-45810" custLinFactNeighborY="-1683">
        <dgm:presLayoutVars>
          <dgm:bulletEnabled val="1"/>
        </dgm:presLayoutVars>
      </dgm:prSet>
      <dgm:spPr>
        <a:prstGeom prst="roundRect">
          <a:avLst/>
        </a:prstGeom>
      </dgm:spPr>
    </dgm:pt>
    <dgm:pt modelId="{B63CAEBB-3420-774B-ADB7-7E98CFE76359}" type="pres">
      <dgm:prSet presAssocID="{0411B9F1-7CD9-3B41-984E-8BDBF7982A37}" presName="sibTrans" presStyleCnt="0"/>
      <dgm:spPr/>
    </dgm:pt>
    <dgm:pt modelId="{DB9FF033-DD4E-5B48-ACA9-A733E82A8EBE}" type="pres">
      <dgm:prSet presAssocID="{7D50E99A-44DE-3E4A-A14D-3653DE398BFC}" presName="node" presStyleLbl="node1" presStyleIdx="1" presStyleCnt="4" custLinFactNeighborX="-4676" custLinFactNeighborY="-1587">
        <dgm:presLayoutVars>
          <dgm:bulletEnabled val="1"/>
        </dgm:presLayoutVars>
      </dgm:prSet>
      <dgm:spPr>
        <a:prstGeom prst="roundRect">
          <a:avLst/>
        </a:prstGeom>
      </dgm:spPr>
    </dgm:pt>
    <dgm:pt modelId="{48F0C03B-1A04-A540-8CB4-25F6F9EB2D4B}" type="pres">
      <dgm:prSet presAssocID="{76722824-51BC-5046-B5F5-BB0A9477BA5F}" presName="sibTrans" presStyleCnt="0"/>
      <dgm:spPr/>
    </dgm:pt>
    <dgm:pt modelId="{AEF0BF71-025B-E44C-AD70-38C21F2FD02E}" type="pres">
      <dgm:prSet presAssocID="{27ACAB69-59B7-1E48-822B-B1EC3B4A1BFF}" presName="node" presStyleLbl="node1" presStyleIdx="2" presStyleCnt="4" custLinFactNeighborX="5324" custLinFactNeighborY="-529">
        <dgm:presLayoutVars>
          <dgm:bulletEnabled val="1"/>
        </dgm:presLayoutVars>
      </dgm:prSet>
      <dgm:spPr>
        <a:prstGeom prst="roundRect">
          <a:avLst/>
        </a:prstGeom>
      </dgm:spPr>
    </dgm:pt>
    <dgm:pt modelId="{FA6C7628-2422-844F-89C3-AF3D63B6F7D0}" type="pres">
      <dgm:prSet presAssocID="{3BD046F2-3A32-494A-8BF1-EB6F19A0C4FB}" presName="sibTrans" presStyleCnt="0"/>
      <dgm:spPr/>
    </dgm:pt>
    <dgm:pt modelId="{C8F58F84-9EF1-BC4A-9D60-C243E82A2BF2}" type="pres">
      <dgm:prSet presAssocID="{BFEECBEB-7C01-EC44-9BAE-FC291B7C46C7}" presName="node" presStyleLbl="node1" presStyleIdx="3" presStyleCnt="4" custLinFactNeighborX="45810" custLinFactNeighborY="49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FC5E200F-F113-594D-A633-AECEA8521238}" type="presOf" srcId="{1D983761-0892-E843-A437-F5A363561A62}" destId="{DB9FF033-DD4E-5B48-ACA9-A733E82A8EBE}" srcOrd="0" destOrd="2" presId="urn:microsoft.com/office/officeart/2005/8/layout/default"/>
    <dgm:cxn modelId="{1189520F-B16F-1743-9F47-A7F4C9C82B65}" srcId="{27ACAB69-59B7-1E48-822B-B1EC3B4A1BFF}" destId="{3DA5711C-99B0-7E42-9C75-3E3EE4D69FFD}" srcOrd="2" destOrd="0" parTransId="{7F9F9BAF-8831-2E48-8AE5-3F6FCD26E494}" sibTransId="{0594A14A-F291-8947-9B1E-86A203723EA1}"/>
    <dgm:cxn modelId="{90E6B20F-49AC-354D-A8AB-7598AEC2A672}" type="presOf" srcId="{7D50E99A-44DE-3E4A-A14D-3653DE398BFC}" destId="{DB9FF033-DD4E-5B48-ACA9-A733E82A8EBE}" srcOrd="0" destOrd="0" presId="urn:microsoft.com/office/officeart/2005/8/layout/default"/>
    <dgm:cxn modelId="{878F7012-CFF9-7D4F-B717-985D87AF97FA}" srcId="{BFEECBEB-7C01-EC44-9BAE-FC291B7C46C7}" destId="{D1E36C78-F9CE-9440-A831-BDBAC2B65820}" srcOrd="5" destOrd="0" parTransId="{5D5200E0-BDDD-7A4D-A392-87E0C3AA4D28}" sibTransId="{C010C47A-E33D-0944-8C90-6E215E3ADA98}"/>
    <dgm:cxn modelId="{16CE5813-49D0-7C4F-90F5-87997A0E1C05}" srcId="{BFEECBEB-7C01-EC44-9BAE-FC291B7C46C7}" destId="{486D176B-6141-9449-B234-C5989A8C62CE}" srcOrd="3" destOrd="0" parTransId="{2FD97C97-F4C1-A443-A8C1-7DC3A74F290D}" sibTransId="{6062563F-D962-B642-BB2C-2F17298ADC55}"/>
    <dgm:cxn modelId="{2FA05C17-0DB7-214E-898B-4799C3DE3FE3}" srcId="{BFEECBEB-7C01-EC44-9BAE-FC291B7C46C7}" destId="{B7AF7B67-C9BC-914D-81B5-70D91D3A9765}" srcOrd="1" destOrd="0" parTransId="{06F7D7DF-E387-BB41-B861-9AAB72A1C705}" sibTransId="{2B88A5EB-13F2-E548-9C46-5F3D6A0EDB27}"/>
    <dgm:cxn modelId="{CCF67728-84FB-A548-8A61-AE4BE713645A}" srcId="{BFEECBEB-7C01-EC44-9BAE-FC291B7C46C7}" destId="{7FC96168-4997-BB48-9EA8-09A8CFDE667A}" srcOrd="0" destOrd="0" parTransId="{0FF07342-365A-9F43-AA94-EF771D0E818F}" sibTransId="{3F93A294-6D49-EA4F-8BE2-3528B0CB9825}"/>
    <dgm:cxn modelId="{4B63A031-EE67-C041-A763-216454E54C18}" srcId="{27ACAB69-59B7-1E48-822B-B1EC3B4A1BFF}" destId="{45514311-901C-F34F-AD18-A65ABB9A0DA9}" srcOrd="1" destOrd="0" parTransId="{20F2778D-CB19-6D48-862E-8C049828202E}" sibTransId="{E0987560-14E2-F449-81C4-251830F6F17B}"/>
    <dgm:cxn modelId="{0F27D131-9D2F-E74A-821B-FE04F4421AA8}" type="presOf" srcId="{D1E36C78-F9CE-9440-A831-BDBAC2B65820}" destId="{C8F58F84-9EF1-BC4A-9D60-C243E82A2BF2}" srcOrd="0" destOrd="7" presId="urn:microsoft.com/office/officeart/2005/8/layout/default"/>
    <dgm:cxn modelId="{A575A332-4F72-3F44-B27A-3BB191D73F2C}" type="presOf" srcId="{45514311-901C-F34F-AD18-A65ABB9A0DA9}" destId="{AEF0BF71-025B-E44C-AD70-38C21F2FD02E}" srcOrd="0" destOrd="2" presId="urn:microsoft.com/office/officeart/2005/8/layout/default"/>
    <dgm:cxn modelId="{1098693B-70A3-024F-BB77-17D23A043890}" srcId="{44CFB598-61F1-7449-860B-24A09BFE554A}" destId="{27ACAB69-59B7-1E48-822B-B1EC3B4A1BFF}" srcOrd="2" destOrd="0" parTransId="{6D9142DA-86A4-564D-8817-E863A4A46146}" sibTransId="{3BD046F2-3A32-494A-8BF1-EB6F19A0C4FB}"/>
    <dgm:cxn modelId="{153ED45D-ED7B-6040-95BE-6441DB9E58B2}" type="presOf" srcId="{44CFB598-61F1-7449-860B-24A09BFE554A}" destId="{DA54CFE5-1A25-164B-B51E-7EB09E716556}" srcOrd="0" destOrd="0" presId="urn:microsoft.com/office/officeart/2005/8/layout/default"/>
    <dgm:cxn modelId="{B96DCC5F-64C2-A848-89B9-AB4C7486F420}" type="presOf" srcId="{3675ADF9-199C-9A4F-A46F-7D400638368B}" destId="{C8F58F84-9EF1-BC4A-9D60-C243E82A2BF2}" srcOrd="0" destOrd="2" presId="urn:microsoft.com/office/officeart/2005/8/layout/default"/>
    <dgm:cxn modelId="{3565DA42-A3F2-F047-B25E-3939963A1394}" type="presOf" srcId="{35D7A90C-B84E-A246-B24B-A9BBBE1DA328}" destId="{C8F58F84-9EF1-BC4A-9D60-C243E82A2BF2}" srcOrd="0" destOrd="6" presId="urn:microsoft.com/office/officeart/2005/8/layout/default"/>
    <dgm:cxn modelId="{42D99A44-C3F0-2549-9F08-2FB27DF4A15C}" type="presOf" srcId="{B7AF7B67-C9BC-914D-81B5-70D91D3A9765}" destId="{C8F58F84-9EF1-BC4A-9D60-C243E82A2BF2}" srcOrd="0" destOrd="3" presId="urn:microsoft.com/office/officeart/2005/8/layout/default"/>
    <dgm:cxn modelId="{5925C845-95E8-C64B-9F23-C35152073625}" type="presOf" srcId="{7FC96168-4997-BB48-9EA8-09A8CFDE667A}" destId="{C8F58F84-9EF1-BC4A-9D60-C243E82A2BF2}" srcOrd="0" destOrd="1" presId="urn:microsoft.com/office/officeart/2005/8/layout/default"/>
    <dgm:cxn modelId="{12580948-4F3F-6749-AAAE-C20531F054B6}" srcId="{88430704-CA18-604B-987C-B1AA67E70EC2}" destId="{A97E8A3C-812F-FC4D-846F-2FE93848D228}" srcOrd="1" destOrd="0" parTransId="{0246DC9F-639E-5A4E-9CB9-282F9FE1418E}" sibTransId="{C8D04AE3-4DF2-D74F-B441-A80E390C1530}"/>
    <dgm:cxn modelId="{50269848-234E-6745-BE5D-30C98E9EBFE0}" type="presOf" srcId="{BFEECBEB-7C01-EC44-9BAE-FC291B7C46C7}" destId="{C8F58F84-9EF1-BC4A-9D60-C243E82A2BF2}" srcOrd="0" destOrd="0" presId="urn:microsoft.com/office/officeart/2005/8/layout/default"/>
    <dgm:cxn modelId="{9E98E04C-417F-C84C-82B3-26A8618D872C}" type="presOf" srcId="{3DA5711C-99B0-7E42-9C75-3E3EE4D69FFD}" destId="{AEF0BF71-025B-E44C-AD70-38C21F2FD02E}" srcOrd="0" destOrd="3" presId="urn:microsoft.com/office/officeart/2005/8/layout/default"/>
    <dgm:cxn modelId="{03A5CA4D-4139-B741-BF54-478CD8B96A76}" type="presOf" srcId="{161EE536-5037-1A4E-A35F-ECD713D7F67D}" destId="{DB9FF033-DD4E-5B48-ACA9-A733E82A8EBE}" srcOrd="0" destOrd="1" presId="urn:microsoft.com/office/officeart/2005/8/layout/default"/>
    <dgm:cxn modelId="{8FD1D051-85DE-9049-B6D9-E6B087F887B3}" type="presOf" srcId="{486D176B-6141-9449-B234-C5989A8C62CE}" destId="{C8F58F84-9EF1-BC4A-9D60-C243E82A2BF2}" srcOrd="0" destOrd="5" presId="urn:microsoft.com/office/officeart/2005/8/layout/default"/>
    <dgm:cxn modelId="{49934072-9DE7-604A-A37C-D8931DBACE0D}" srcId="{27ACAB69-59B7-1E48-822B-B1EC3B4A1BFF}" destId="{6831D4F6-787D-784A-9A4A-8FCD94A49F64}" srcOrd="3" destOrd="0" parTransId="{04BA8D27-7C57-7F48-AAE7-5CA7D2C5C689}" sibTransId="{32485396-5B14-2041-BBBA-B0E5F982131C}"/>
    <dgm:cxn modelId="{65807554-60B9-9247-9A82-812C3963E59C}" type="presOf" srcId="{843BB585-A688-C949-A6EC-FA624FBDA0A4}" destId="{AEF0BF71-025B-E44C-AD70-38C21F2FD02E}" srcOrd="0" destOrd="1" presId="urn:microsoft.com/office/officeart/2005/8/layout/default"/>
    <dgm:cxn modelId="{06B19C76-E5A1-954C-BC42-CDC2BFDD4097}" type="presOf" srcId="{A97E8A3C-812F-FC4D-846F-2FE93848D228}" destId="{9EB56644-1992-CF42-80B5-4572D3ABA7E1}" srcOrd="0" destOrd="2" presId="urn:microsoft.com/office/officeart/2005/8/layout/default"/>
    <dgm:cxn modelId="{07C78959-0897-D741-9342-BB72CBAF20ED}" type="presOf" srcId="{F4C7E920-3601-5440-A516-41BA4616455E}" destId="{C8F58F84-9EF1-BC4A-9D60-C243E82A2BF2}" srcOrd="0" destOrd="4" presId="urn:microsoft.com/office/officeart/2005/8/layout/default"/>
    <dgm:cxn modelId="{30C5F981-0714-444A-896C-69E9F4C900A8}" srcId="{27ACAB69-59B7-1E48-822B-B1EC3B4A1BFF}" destId="{843BB585-A688-C949-A6EC-FA624FBDA0A4}" srcOrd="0" destOrd="0" parTransId="{CEC31A4B-EA0B-644F-AD80-1659D42B06BB}" sibTransId="{CD3AE503-3574-3E43-A8EC-4BD142BF55C1}"/>
    <dgm:cxn modelId="{483E299E-4023-724E-902F-EBADA521E1EF}" srcId="{BFEECBEB-7C01-EC44-9BAE-FC291B7C46C7}" destId="{F4C7E920-3601-5440-A516-41BA4616455E}" srcOrd="2" destOrd="0" parTransId="{913DCF2F-255A-A644-BC6A-89C20B8E6549}" sibTransId="{C58FCE01-0E1C-484D-B4E1-34EC8A3EEF7B}"/>
    <dgm:cxn modelId="{629BD8B2-AD49-1743-BD6D-6E540964CC15}" srcId="{7FC96168-4997-BB48-9EA8-09A8CFDE667A}" destId="{3675ADF9-199C-9A4F-A46F-7D400638368B}" srcOrd="0" destOrd="0" parTransId="{41895646-185B-4E49-B7E9-3984F3DCF93D}" sibTransId="{8FB46C31-A4EA-5F4E-85C6-683B196C49B7}"/>
    <dgm:cxn modelId="{574C51B7-6325-DC49-8EB9-CB780A843FD2}" srcId="{7D50E99A-44DE-3E4A-A14D-3653DE398BFC}" destId="{161EE536-5037-1A4E-A35F-ECD713D7F67D}" srcOrd="0" destOrd="0" parTransId="{3D31C219-126C-6140-B03D-4B69C110B0D5}" sibTransId="{B444A05B-9A7F-6D48-A498-EEC0CC279EAF}"/>
    <dgm:cxn modelId="{EB20C5B8-E112-DA4C-8422-5733D42A2EB5}" type="presOf" srcId="{B64930BB-0E04-1245-BEB1-34BB40971750}" destId="{9EB56644-1992-CF42-80B5-4572D3ABA7E1}" srcOrd="0" destOrd="1" presId="urn:microsoft.com/office/officeart/2005/8/layout/default"/>
    <dgm:cxn modelId="{3B4E8FBE-EFDA-674D-88A2-CD634DB9E3EF}" srcId="{7D50E99A-44DE-3E4A-A14D-3653DE398BFC}" destId="{1D983761-0892-E843-A437-F5A363561A62}" srcOrd="1" destOrd="0" parTransId="{47F60309-128C-4D4A-8B31-A86D600C9056}" sibTransId="{22878E8B-31F7-F343-8241-D026EB5ED2C7}"/>
    <dgm:cxn modelId="{D4EA2BBF-4C75-704A-B87C-31D99033937D}" srcId="{44CFB598-61F1-7449-860B-24A09BFE554A}" destId="{88430704-CA18-604B-987C-B1AA67E70EC2}" srcOrd="0" destOrd="0" parTransId="{F5EA890B-5E19-9646-A3D0-462540F73C30}" sibTransId="{0411B9F1-7CD9-3B41-984E-8BDBF7982A37}"/>
    <dgm:cxn modelId="{3CDE00D3-5B53-3E47-AA82-6258ED4EBA30}" srcId="{BFEECBEB-7C01-EC44-9BAE-FC291B7C46C7}" destId="{35D7A90C-B84E-A246-B24B-A9BBBE1DA328}" srcOrd="4" destOrd="0" parTransId="{82CB7EDF-F370-104E-9625-4EEF21245FBA}" sibTransId="{0F6D5E57-8C38-574A-8533-46797ABE7F5A}"/>
    <dgm:cxn modelId="{D0F74ED6-02AD-0A49-8E52-FDEE2C1D6AAE}" type="presOf" srcId="{88430704-CA18-604B-987C-B1AA67E70EC2}" destId="{9EB56644-1992-CF42-80B5-4572D3ABA7E1}" srcOrd="0" destOrd="0" presId="urn:microsoft.com/office/officeart/2005/8/layout/default"/>
    <dgm:cxn modelId="{E4AFEAE1-3990-6442-AD8A-E67A5A9C8DC9}" type="presOf" srcId="{6831D4F6-787D-784A-9A4A-8FCD94A49F64}" destId="{AEF0BF71-025B-E44C-AD70-38C21F2FD02E}" srcOrd="0" destOrd="4" presId="urn:microsoft.com/office/officeart/2005/8/layout/default"/>
    <dgm:cxn modelId="{F48860E5-64CE-6D40-AC33-E604E18909B5}" srcId="{88430704-CA18-604B-987C-B1AA67E70EC2}" destId="{B64930BB-0E04-1245-BEB1-34BB40971750}" srcOrd="0" destOrd="0" parTransId="{9E27F33B-DFE3-264F-9551-3567DB5051D6}" sibTransId="{78CC97A1-C3B2-4145-A563-EF9E03CE1211}"/>
    <dgm:cxn modelId="{08EDA8E5-5E4A-E145-9BAD-D385B243EB32}" type="presOf" srcId="{27ACAB69-59B7-1E48-822B-B1EC3B4A1BFF}" destId="{AEF0BF71-025B-E44C-AD70-38C21F2FD02E}" srcOrd="0" destOrd="0" presId="urn:microsoft.com/office/officeart/2005/8/layout/default"/>
    <dgm:cxn modelId="{102592E6-72D6-BF4A-A46B-1E6D0D8E0F44}" srcId="{44CFB598-61F1-7449-860B-24A09BFE554A}" destId="{BFEECBEB-7C01-EC44-9BAE-FC291B7C46C7}" srcOrd="3" destOrd="0" parTransId="{F3BD2E15-395F-A64E-B1FF-6B8590DF7357}" sibTransId="{3E243702-470A-1441-98AD-16316F2BF6AC}"/>
    <dgm:cxn modelId="{A4E304F0-54F2-2F4B-9A49-51B0F83C5EE5}" srcId="{44CFB598-61F1-7449-860B-24A09BFE554A}" destId="{7D50E99A-44DE-3E4A-A14D-3653DE398BFC}" srcOrd="1" destOrd="0" parTransId="{D6688D55-9773-B042-B8DA-B6D4F2E8E358}" sibTransId="{76722824-51BC-5046-B5F5-BB0A9477BA5F}"/>
    <dgm:cxn modelId="{D1014766-CA97-F842-8E0D-D7AFC2BBBB86}" type="presParOf" srcId="{DA54CFE5-1A25-164B-B51E-7EB09E716556}" destId="{9EB56644-1992-CF42-80B5-4572D3ABA7E1}" srcOrd="0" destOrd="0" presId="urn:microsoft.com/office/officeart/2005/8/layout/default"/>
    <dgm:cxn modelId="{A98DF21F-AA45-8A46-BA1C-6F6C9540D60D}" type="presParOf" srcId="{DA54CFE5-1A25-164B-B51E-7EB09E716556}" destId="{B63CAEBB-3420-774B-ADB7-7E98CFE76359}" srcOrd="1" destOrd="0" presId="urn:microsoft.com/office/officeart/2005/8/layout/default"/>
    <dgm:cxn modelId="{A19D330E-B8EC-BF41-B87D-08370FAE85EC}" type="presParOf" srcId="{DA54CFE5-1A25-164B-B51E-7EB09E716556}" destId="{DB9FF033-DD4E-5B48-ACA9-A733E82A8EBE}" srcOrd="2" destOrd="0" presId="urn:microsoft.com/office/officeart/2005/8/layout/default"/>
    <dgm:cxn modelId="{25C5E4C8-C3C0-014E-9FD9-D2D9C73479E9}" type="presParOf" srcId="{DA54CFE5-1A25-164B-B51E-7EB09E716556}" destId="{48F0C03B-1A04-A540-8CB4-25F6F9EB2D4B}" srcOrd="3" destOrd="0" presId="urn:microsoft.com/office/officeart/2005/8/layout/default"/>
    <dgm:cxn modelId="{110A43D6-35D3-7246-A93C-1E3EF60348F4}" type="presParOf" srcId="{DA54CFE5-1A25-164B-B51E-7EB09E716556}" destId="{AEF0BF71-025B-E44C-AD70-38C21F2FD02E}" srcOrd="4" destOrd="0" presId="urn:microsoft.com/office/officeart/2005/8/layout/default"/>
    <dgm:cxn modelId="{9E3F33B6-0C85-4846-8DCA-521AEA38E717}" type="presParOf" srcId="{DA54CFE5-1A25-164B-B51E-7EB09E716556}" destId="{FA6C7628-2422-844F-89C3-AF3D63B6F7D0}" srcOrd="5" destOrd="0" presId="urn:microsoft.com/office/officeart/2005/8/layout/default"/>
    <dgm:cxn modelId="{B6A8455D-AE77-4243-B16A-DFC893A1A326}" type="presParOf" srcId="{DA54CFE5-1A25-164B-B51E-7EB09E716556}" destId="{C8F58F84-9EF1-BC4A-9D60-C243E82A2BF2}" srcOrd="6" destOrd="0" presId="urn:microsoft.com/office/officeart/2005/8/layout/default"/>
  </dgm:cxnLst>
  <dgm:bg>
    <a:effectLst>
      <a:softEdge rad="1270000"/>
    </a:effectLst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C38BC99-36E9-3D4A-A863-A7D250F9AF98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GB"/>
        </a:p>
      </dgm:t>
    </dgm:pt>
    <dgm:pt modelId="{C832B1BC-15F4-AF4B-B3BB-F4BD9E51FF2B}">
      <dgm:prSet/>
      <dgm:spPr/>
      <dgm:t>
        <a:bodyPr/>
        <a:lstStyle/>
        <a:p>
          <a:r>
            <a:rPr lang="en-US"/>
            <a:t>Each cycle contains:</a:t>
          </a:r>
          <a:endParaRPr lang="en-IN"/>
        </a:p>
      </dgm:t>
    </dgm:pt>
    <dgm:pt modelId="{13F55AC7-6EEE-ED41-9A3A-61B3665DCC7C}" type="parTrans" cxnId="{D3F85B38-0FFC-E24A-96C6-23F2EBF5794F}">
      <dgm:prSet/>
      <dgm:spPr/>
      <dgm:t>
        <a:bodyPr/>
        <a:lstStyle/>
        <a:p>
          <a:endParaRPr lang="en-GB"/>
        </a:p>
      </dgm:t>
    </dgm:pt>
    <dgm:pt modelId="{BCD18787-D1C9-D94D-8EF0-247FB5E84F74}" type="sibTrans" cxnId="{D3F85B38-0FFC-E24A-96C6-23F2EBF5794F}">
      <dgm:prSet/>
      <dgm:spPr/>
      <dgm:t>
        <a:bodyPr/>
        <a:lstStyle/>
        <a:p>
          <a:endParaRPr lang="en-GB"/>
        </a:p>
      </dgm:t>
    </dgm:pt>
    <dgm:pt modelId="{43B78E06-0D45-084F-9ECA-8ECA9F0B1682}">
      <dgm:prSet/>
      <dgm:spPr/>
      <dgm:t>
        <a:bodyPr/>
        <a:lstStyle/>
        <a:p>
          <a:r>
            <a:rPr lang="en-US"/>
            <a:t>Volatage measured </a:t>
          </a:r>
          <a:endParaRPr lang="en-IN"/>
        </a:p>
      </dgm:t>
    </dgm:pt>
    <dgm:pt modelId="{02E4B132-B2C1-C449-849E-67420F582E89}" type="parTrans" cxnId="{CAC4162D-8B78-1649-B04A-F2FF6CAEF32E}">
      <dgm:prSet/>
      <dgm:spPr/>
      <dgm:t>
        <a:bodyPr/>
        <a:lstStyle/>
        <a:p>
          <a:endParaRPr lang="en-GB"/>
        </a:p>
      </dgm:t>
    </dgm:pt>
    <dgm:pt modelId="{97E2270A-2FB5-714C-BF40-A2C734576497}" type="sibTrans" cxnId="{CAC4162D-8B78-1649-B04A-F2FF6CAEF32E}">
      <dgm:prSet/>
      <dgm:spPr/>
      <dgm:t>
        <a:bodyPr/>
        <a:lstStyle/>
        <a:p>
          <a:endParaRPr lang="en-GB"/>
        </a:p>
      </dgm:t>
    </dgm:pt>
    <dgm:pt modelId="{4F09BF15-04D2-6643-8D2C-475D01BFAE18}">
      <dgm:prSet/>
      <dgm:spPr/>
      <dgm:t>
        <a:bodyPr/>
        <a:lstStyle/>
        <a:p>
          <a:r>
            <a:rPr lang="en-US"/>
            <a:t>Current measured</a:t>
          </a:r>
          <a:endParaRPr lang="en-IN"/>
        </a:p>
      </dgm:t>
    </dgm:pt>
    <dgm:pt modelId="{A351D066-162D-3647-A668-08535F6AB15E}" type="parTrans" cxnId="{9F9E7651-1209-C041-B117-49622F8D06DA}">
      <dgm:prSet/>
      <dgm:spPr/>
      <dgm:t>
        <a:bodyPr/>
        <a:lstStyle/>
        <a:p>
          <a:endParaRPr lang="en-GB"/>
        </a:p>
      </dgm:t>
    </dgm:pt>
    <dgm:pt modelId="{E0FDA4EF-96F5-424C-ABDC-23693524FEC6}" type="sibTrans" cxnId="{9F9E7651-1209-C041-B117-49622F8D06DA}">
      <dgm:prSet/>
      <dgm:spPr/>
      <dgm:t>
        <a:bodyPr/>
        <a:lstStyle/>
        <a:p>
          <a:endParaRPr lang="en-GB"/>
        </a:p>
      </dgm:t>
    </dgm:pt>
    <dgm:pt modelId="{5B54F914-A794-464F-AEFA-46333E905AA5}">
      <dgm:prSet/>
      <dgm:spPr/>
      <dgm:t>
        <a:bodyPr/>
        <a:lstStyle/>
        <a:p>
          <a:r>
            <a:rPr lang="en-US"/>
            <a:t>Temperature measured</a:t>
          </a:r>
          <a:endParaRPr lang="en-IN"/>
        </a:p>
      </dgm:t>
    </dgm:pt>
    <dgm:pt modelId="{4219CA85-B17B-BC4A-B12C-CA87AEB3B74A}" type="parTrans" cxnId="{BF59A3EB-CA2B-AD40-A7CE-7F7CA10103B6}">
      <dgm:prSet/>
      <dgm:spPr/>
      <dgm:t>
        <a:bodyPr/>
        <a:lstStyle/>
        <a:p>
          <a:endParaRPr lang="en-GB"/>
        </a:p>
      </dgm:t>
    </dgm:pt>
    <dgm:pt modelId="{B23EE6E5-DFA8-F94D-BFCB-8801385DECA8}" type="sibTrans" cxnId="{BF59A3EB-CA2B-AD40-A7CE-7F7CA10103B6}">
      <dgm:prSet/>
      <dgm:spPr/>
      <dgm:t>
        <a:bodyPr/>
        <a:lstStyle/>
        <a:p>
          <a:endParaRPr lang="en-GB"/>
        </a:p>
      </dgm:t>
    </dgm:pt>
    <dgm:pt modelId="{143C5578-D5A3-DA41-85C1-74A4B88AD7ED}">
      <dgm:prSet/>
      <dgm:spPr/>
      <dgm:t>
        <a:bodyPr/>
        <a:lstStyle/>
        <a:p>
          <a:r>
            <a:rPr lang="en-US"/>
            <a:t>Current charge</a:t>
          </a:r>
          <a:endParaRPr lang="en-IN"/>
        </a:p>
      </dgm:t>
    </dgm:pt>
    <dgm:pt modelId="{5A065644-2031-5746-AE58-5E4BF14F2FA9}" type="parTrans" cxnId="{16B8E11F-5A2E-654A-A1CD-10F5EF5E8479}">
      <dgm:prSet/>
      <dgm:spPr/>
      <dgm:t>
        <a:bodyPr/>
        <a:lstStyle/>
        <a:p>
          <a:endParaRPr lang="en-GB"/>
        </a:p>
      </dgm:t>
    </dgm:pt>
    <dgm:pt modelId="{9ADDF22E-9BDE-694A-B564-A04A2EF62D80}" type="sibTrans" cxnId="{16B8E11F-5A2E-654A-A1CD-10F5EF5E8479}">
      <dgm:prSet/>
      <dgm:spPr/>
      <dgm:t>
        <a:bodyPr/>
        <a:lstStyle/>
        <a:p>
          <a:endParaRPr lang="en-GB"/>
        </a:p>
      </dgm:t>
    </dgm:pt>
    <dgm:pt modelId="{074ACF72-71F5-0049-8CD2-0700515E76DE}">
      <dgm:prSet/>
      <dgm:spPr/>
      <dgm:t>
        <a:bodyPr/>
        <a:lstStyle/>
        <a:p>
          <a:r>
            <a:rPr lang="en-US"/>
            <a:t>Volatge charge</a:t>
          </a:r>
          <a:endParaRPr lang="en-IN"/>
        </a:p>
      </dgm:t>
    </dgm:pt>
    <dgm:pt modelId="{D135F40A-9F3A-A048-BB25-D5693A4CED47}" type="parTrans" cxnId="{67115DA2-DFBE-1948-B5BA-0B325A64677A}">
      <dgm:prSet/>
      <dgm:spPr/>
      <dgm:t>
        <a:bodyPr/>
        <a:lstStyle/>
        <a:p>
          <a:endParaRPr lang="en-GB"/>
        </a:p>
      </dgm:t>
    </dgm:pt>
    <dgm:pt modelId="{9BF5E9D4-483D-ED47-B785-C02A5D9D32A2}" type="sibTrans" cxnId="{67115DA2-DFBE-1948-B5BA-0B325A64677A}">
      <dgm:prSet/>
      <dgm:spPr/>
      <dgm:t>
        <a:bodyPr/>
        <a:lstStyle/>
        <a:p>
          <a:endParaRPr lang="en-GB"/>
        </a:p>
      </dgm:t>
    </dgm:pt>
    <dgm:pt modelId="{0AF21AC4-FF19-2D40-B732-B01423203EB8}">
      <dgm:prSet/>
      <dgm:spPr/>
      <dgm:t>
        <a:bodyPr/>
        <a:lstStyle/>
        <a:p>
          <a:r>
            <a:rPr lang="en-US"/>
            <a:t>Time</a:t>
          </a:r>
          <a:endParaRPr lang="en-IN"/>
        </a:p>
      </dgm:t>
    </dgm:pt>
    <dgm:pt modelId="{CB7D2D88-B934-5E41-A3F0-E8AB3B63AA06}" type="parTrans" cxnId="{CF8C5AA4-CCB1-6549-A4DA-0CBB58C9C005}">
      <dgm:prSet/>
      <dgm:spPr/>
      <dgm:t>
        <a:bodyPr/>
        <a:lstStyle/>
        <a:p>
          <a:endParaRPr lang="en-GB"/>
        </a:p>
      </dgm:t>
    </dgm:pt>
    <dgm:pt modelId="{E6162994-2751-0D48-8985-E1240C844EC2}" type="sibTrans" cxnId="{CF8C5AA4-CCB1-6549-A4DA-0CBB58C9C005}">
      <dgm:prSet/>
      <dgm:spPr/>
      <dgm:t>
        <a:bodyPr/>
        <a:lstStyle/>
        <a:p>
          <a:endParaRPr lang="en-GB"/>
        </a:p>
      </dgm:t>
    </dgm:pt>
    <dgm:pt modelId="{05C86731-BBB5-C041-82DF-A7BF879DF878}">
      <dgm:prSet/>
      <dgm:spPr/>
      <dgm:t>
        <a:bodyPr/>
        <a:lstStyle/>
        <a:p>
          <a:r>
            <a:rPr lang="en-US"/>
            <a:t>Capacity</a:t>
          </a:r>
          <a:endParaRPr lang="en-IN"/>
        </a:p>
      </dgm:t>
    </dgm:pt>
    <dgm:pt modelId="{18E6C77A-092E-DF42-AA54-875AB713DEEB}" type="parTrans" cxnId="{84A1CD4C-3BDE-744D-984C-46EA2B9F6818}">
      <dgm:prSet/>
      <dgm:spPr/>
      <dgm:t>
        <a:bodyPr/>
        <a:lstStyle/>
        <a:p>
          <a:endParaRPr lang="en-GB"/>
        </a:p>
      </dgm:t>
    </dgm:pt>
    <dgm:pt modelId="{D6FFC1C0-9BCC-A34E-A0E8-77BF99430C1E}" type="sibTrans" cxnId="{84A1CD4C-3BDE-744D-984C-46EA2B9F6818}">
      <dgm:prSet/>
      <dgm:spPr/>
      <dgm:t>
        <a:bodyPr/>
        <a:lstStyle/>
        <a:p>
          <a:endParaRPr lang="en-GB"/>
        </a:p>
      </dgm:t>
    </dgm:pt>
    <dgm:pt modelId="{A8844BCB-D559-9B42-8D45-E1E3EAB03009}" type="pres">
      <dgm:prSet presAssocID="{2C38BC99-36E9-3D4A-A863-A7D250F9AF9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B3C25BE-5433-CD4E-88F1-01486479B8F5}" type="pres">
      <dgm:prSet presAssocID="{C832B1BC-15F4-AF4B-B3BB-F4BD9E51FF2B}" presName="hierRoot1" presStyleCnt="0">
        <dgm:presLayoutVars>
          <dgm:hierBranch val="init"/>
        </dgm:presLayoutVars>
      </dgm:prSet>
      <dgm:spPr/>
    </dgm:pt>
    <dgm:pt modelId="{9215A8AF-C618-5541-A069-C4E7ED91DD82}" type="pres">
      <dgm:prSet presAssocID="{C832B1BC-15F4-AF4B-B3BB-F4BD9E51FF2B}" presName="rootComposite1" presStyleCnt="0"/>
      <dgm:spPr/>
    </dgm:pt>
    <dgm:pt modelId="{3CF54A45-5778-C04A-B2A5-49F692348076}" type="pres">
      <dgm:prSet presAssocID="{C832B1BC-15F4-AF4B-B3BB-F4BD9E51FF2B}" presName="rootText1" presStyleLbl="node0" presStyleIdx="0" presStyleCnt="1">
        <dgm:presLayoutVars>
          <dgm:chPref val="3"/>
        </dgm:presLayoutVars>
      </dgm:prSet>
      <dgm:spPr/>
    </dgm:pt>
    <dgm:pt modelId="{9907B212-967D-4B45-8470-92CC34FD8C94}" type="pres">
      <dgm:prSet presAssocID="{C832B1BC-15F4-AF4B-B3BB-F4BD9E51FF2B}" presName="rootConnector1" presStyleLbl="node1" presStyleIdx="0" presStyleCnt="0"/>
      <dgm:spPr/>
    </dgm:pt>
    <dgm:pt modelId="{31AFBB08-02B4-FB4D-9379-8A4CEC9A405F}" type="pres">
      <dgm:prSet presAssocID="{C832B1BC-15F4-AF4B-B3BB-F4BD9E51FF2B}" presName="hierChild2" presStyleCnt="0"/>
      <dgm:spPr/>
    </dgm:pt>
    <dgm:pt modelId="{02617174-2902-5A43-9BC8-3944882323EE}" type="pres">
      <dgm:prSet presAssocID="{02E4B132-B2C1-C449-849E-67420F582E89}" presName="Name37" presStyleLbl="parChTrans1D2" presStyleIdx="0" presStyleCnt="7"/>
      <dgm:spPr/>
    </dgm:pt>
    <dgm:pt modelId="{C8F1F5C3-8B65-DD44-BFCF-F471C9166DF2}" type="pres">
      <dgm:prSet presAssocID="{43B78E06-0D45-084F-9ECA-8ECA9F0B1682}" presName="hierRoot2" presStyleCnt="0">
        <dgm:presLayoutVars>
          <dgm:hierBranch val="init"/>
        </dgm:presLayoutVars>
      </dgm:prSet>
      <dgm:spPr/>
    </dgm:pt>
    <dgm:pt modelId="{852303AE-3F6E-664E-AA00-9E2E92D8C70E}" type="pres">
      <dgm:prSet presAssocID="{43B78E06-0D45-084F-9ECA-8ECA9F0B1682}" presName="rootComposite" presStyleCnt="0"/>
      <dgm:spPr/>
    </dgm:pt>
    <dgm:pt modelId="{5210E0D4-428F-6945-88ED-572373A195FD}" type="pres">
      <dgm:prSet presAssocID="{43B78E06-0D45-084F-9ECA-8ECA9F0B1682}" presName="rootText" presStyleLbl="node2" presStyleIdx="0" presStyleCnt="7">
        <dgm:presLayoutVars>
          <dgm:chPref val="3"/>
        </dgm:presLayoutVars>
      </dgm:prSet>
      <dgm:spPr/>
    </dgm:pt>
    <dgm:pt modelId="{9E3FABAD-06C0-C74C-BA34-9A0C0273755E}" type="pres">
      <dgm:prSet presAssocID="{43B78E06-0D45-084F-9ECA-8ECA9F0B1682}" presName="rootConnector" presStyleLbl="node2" presStyleIdx="0" presStyleCnt="7"/>
      <dgm:spPr/>
    </dgm:pt>
    <dgm:pt modelId="{B7C40032-9157-044F-9588-A8FF841BF3C3}" type="pres">
      <dgm:prSet presAssocID="{43B78E06-0D45-084F-9ECA-8ECA9F0B1682}" presName="hierChild4" presStyleCnt="0"/>
      <dgm:spPr/>
    </dgm:pt>
    <dgm:pt modelId="{90119531-5315-B546-AE50-8A618FB58472}" type="pres">
      <dgm:prSet presAssocID="{43B78E06-0D45-084F-9ECA-8ECA9F0B1682}" presName="hierChild5" presStyleCnt="0"/>
      <dgm:spPr/>
    </dgm:pt>
    <dgm:pt modelId="{58F73516-7574-FA42-BF0A-487EC35A5ED5}" type="pres">
      <dgm:prSet presAssocID="{A351D066-162D-3647-A668-08535F6AB15E}" presName="Name37" presStyleLbl="parChTrans1D2" presStyleIdx="1" presStyleCnt="7"/>
      <dgm:spPr/>
    </dgm:pt>
    <dgm:pt modelId="{892F8D08-D0D5-EF4D-92E5-991FD42B57C0}" type="pres">
      <dgm:prSet presAssocID="{4F09BF15-04D2-6643-8D2C-475D01BFAE18}" presName="hierRoot2" presStyleCnt="0">
        <dgm:presLayoutVars>
          <dgm:hierBranch val="init"/>
        </dgm:presLayoutVars>
      </dgm:prSet>
      <dgm:spPr/>
    </dgm:pt>
    <dgm:pt modelId="{2CEACDDB-1324-BC4B-8F79-2EE138D06A64}" type="pres">
      <dgm:prSet presAssocID="{4F09BF15-04D2-6643-8D2C-475D01BFAE18}" presName="rootComposite" presStyleCnt="0"/>
      <dgm:spPr/>
    </dgm:pt>
    <dgm:pt modelId="{37EBB54E-8375-7843-B60F-2E0282E09475}" type="pres">
      <dgm:prSet presAssocID="{4F09BF15-04D2-6643-8D2C-475D01BFAE18}" presName="rootText" presStyleLbl="node2" presStyleIdx="1" presStyleCnt="7">
        <dgm:presLayoutVars>
          <dgm:chPref val="3"/>
        </dgm:presLayoutVars>
      </dgm:prSet>
      <dgm:spPr/>
    </dgm:pt>
    <dgm:pt modelId="{C1BAB65E-0849-2442-A612-F287EA53C97F}" type="pres">
      <dgm:prSet presAssocID="{4F09BF15-04D2-6643-8D2C-475D01BFAE18}" presName="rootConnector" presStyleLbl="node2" presStyleIdx="1" presStyleCnt="7"/>
      <dgm:spPr/>
    </dgm:pt>
    <dgm:pt modelId="{95E62496-1D7E-834B-8269-12E5BAF69041}" type="pres">
      <dgm:prSet presAssocID="{4F09BF15-04D2-6643-8D2C-475D01BFAE18}" presName="hierChild4" presStyleCnt="0"/>
      <dgm:spPr/>
    </dgm:pt>
    <dgm:pt modelId="{40425EE4-C731-F34F-8209-E65B451B29A5}" type="pres">
      <dgm:prSet presAssocID="{4F09BF15-04D2-6643-8D2C-475D01BFAE18}" presName="hierChild5" presStyleCnt="0"/>
      <dgm:spPr/>
    </dgm:pt>
    <dgm:pt modelId="{B2280E85-999A-2248-9950-0873C5AF13CA}" type="pres">
      <dgm:prSet presAssocID="{4219CA85-B17B-BC4A-B12C-CA87AEB3B74A}" presName="Name37" presStyleLbl="parChTrans1D2" presStyleIdx="2" presStyleCnt="7"/>
      <dgm:spPr/>
    </dgm:pt>
    <dgm:pt modelId="{243F496E-4A86-3049-848F-CFF66DF28099}" type="pres">
      <dgm:prSet presAssocID="{5B54F914-A794-464F-AEFA-46333E905AA5}" presName="hierRoot2" presStyleCnt="0">
        <dgm:presLayoutVars>
          <dgm:hierBranch val="init"/>
        </dgm:presLayoutVars>
      </dgm:prSet>
      <dgm:spPr/>
    </dgm:pt>
    <dgm:pt modelId="{AFB8CF45-E9FB-DE47-9516-492D39C6E8E5}" type="pres">
      <dgm:prSet presAssocID="{5B54F914-A794-464F-AEFA-46333E905AA5}" presName="rootComposite" presStyleCnt="0"/>
      <dgm:spPr/>
    </dgm:pt>
    <dgm:pt modelId="{535B4616-2B0D-FA45-A92A-23B1231C4E5F}" type="pres">
      <dgm:prSet presAssocID="{5B54F914-A794-464F-AEFA-46333E905AA5}" presName="rootText" presStyleLbl="node2" presStyleIdx="2" presStyleCnt="7">
        <dgm:presLayoutVars>
          <dgm:chPref val="3"/>
        </dgm:presLayoutVars>
      </dgm:prSet>
      <dgm:spPr/>
    </dgm:pt>
    <dgm:pt modelId="{0F53137B-D8FB-D544-AF52-C58EF0B36C04}" type="pres">
      <dgm:prSet presAssocID="{5B54F914-A794-464F-AEFA-46333E905AA5}" presName="rootConnector" presStyleLbl="node2" presStyleIdx="2" presStyleCnt="7"/>
      <dgm:spPr/>
    </dgm:pt>
    <dgm:pt modelId="{A2AE06F5-30F4-8448-8DB9-B0736D80D3B0}" type="pres">
      <dgm:prSet presAssocID="{5B54F914-A794-464F-AEFA-46333E905AA5}" presName="hierChild4" presStyleCnt="0"/>
      <dgm:spPr/>
    </dgm:pt>
    <dgm:pt modelId="{F8EFA385-399A-1F43-A217-6638F375FA3E}" type="pres">
      <dgm:prSet presAssocID="{5B54F914-A794-464F-AEFA-46333E905AA5}" presName="hierChild5" presStyleCnt="0"/>
      <dgm:spPr/>
    </dgm:pt>
    <dgm:pt modelId="{14CC079A-7CDE-2549-BB7A-11109491D2E6}" type="pres">
      <dgm:prSet presAssocID="{5A065644-2031-5746-AE58-5E4BF14F2FA9}" presName="Name37" presStyleLbl="parChTrans1D2" presStyleIdx="3" presStyleCnt="7"/>
      <dgm:spPr/>
    </dgm:pt>
    <dgm:pt modelId="{80D27BD4-0892-074A-85A1-C65D5530735C}" type="pres">
      <dgm:prSet presAssocID="{143C5578-D5A3-DA41-85C1-74A4B88AD7ED}" presName="hierRoot2" presStyleCnt="0">
        <dgm:presLayoutVars>
          <dgm:hierBranch val="init"/>
        </dgm:presLayoutVars>
      </dgm:prSet>
      <dgm:spPr/>
    </dgm:pt>
    <dgm:pt modelId="{91C3A2D2-D966-F94E-89B0-77E2BF2BA212}" type="pres">
      <dgm:prSet presAssocID="{143C5578-D5A3-DA41-85C1-74A4B88AD7ED}" presName="rootComposite" presStyleCnt="0"/>
      <dgm:spPr/>
    </dgm:pt>
    <dgm:pt modelId="{883BEF6B-6C1E-384B-B03F-7CAEB1529F68}" type="pres">
      <dgm:prSet presAssocID="{143C5578-D5A3-DA41-85C1-74A4B88AD7ED}" presName="rootText" presStyleLbl="node2" presStyleIdx="3" presStyleCnt="7">
        <dgm:presLayoutVars>
          <dgm:chPref val="3"/>
        </dgm:presLayoutVars>
      </dgm:prSet>
      <dgm:spPr/>
    </dgm:pt>
    <dgm:pt modelId="{22F12733-9C30-4946-89B6-6869712ACED5}" type="pres">
      <dgm:prSet presAssocID="{143C5578-D5A3-DA41-85C1-74A4B88AD7ED}" presName="rootConnector" presStyleLbl="node2" presStyleIdx="3" presStyleCnt="7"/>
      <dgm:spPr/>
    </dgm:pt>
    <dgm:pt modelId="{15D6042E-EEA2-6D47-B8C6-13810F9B5D36}" type="pres">
      <dgm:prSet presAssocID="{143C5578-D5A3-DA41-85C1-74A4B88AD7ED}" presName="hierChild4" presStyleCnt="0"/>
      <dgm:spPr/>
    </dgm:pt>
    <dgm:pt modelId="{F0DF5237-DBE9-F149-BB09-412514660E77}" type="pres">
      <dgm:prSet presAssocID="{143C5578-D5A3-DA41-85C1-74A4B88AD7ED}" presName="hierChild5" presStyleCnt="0"/>
      <dgm:spPr/>
    </dgm:pt>
    <dgm:pt modelId="{6981F7A4-C64F-0240-96C8-289D98FAB2A6}" type="pres">
      <dgm:prSet presAssocID="{D135F40A-9F3A-A048-BB25-D5693A4CED47}" presName="Name37" presStyleLbl="parChTrans1D2" presStyleIdx="4" presStyleCnt="7"/>
      <dgm:spPr/>
    </dgm:pt>
    <dgm:pt modelId="{8E572A0C-9440-1D47-A48B-DBA6445BC26F}" type="pres">
      <dgm:prSet presAssocID="{074ACF72-71F5-0049-8CD2-0700515E76DE}" presName="hierRoot2" presStyleCnt="0">
        <dgm:presLayoutVars>
          <dgm:hierBranch val="init"/>
        </dgm:presLayoutVars>
      </dgm:prSet>
      <dgm:spPr/>
    </dgm:pt>
    <dgm:pt modelId="{AF9E4286-771E-9549-AD3A-B6F89DED76C1}" type="pres">
      <dgm:prSet presAssocID="{074ACF72-71F5-0049-8CD2-0700515E76DE}" presName="rootComposite" presStyleCnt="0"/>
      <dgm:spPr/>
    </dgm:pt>
    <dgm:pt modelId="{63FD2214-39C1-F242-BABC-24CAAF0DA86B}" type="pres">
      <dgm:prSet presAssocID="{074ACF72-71F5-0049-8CD2-0700515E76DE}" presName="rootText" presStyleLbl="node2" presStyleIdx="4" presStyleCnt="7">
        <dgm:presLayoutVars>
          <dgm:chPref val="3"/>
        </dgm:presLayoutVars>
      </dgm:prSet>
      <dgm:spPr/>
    </dgm:pt>
    <dgm:pt modelId="{13B8086C-9CD3-7047-ACE0-1134E75438B3}" type="pres">
      <dgm:prSet presAssocID="{074ACF72-71F5-0049-8CD2-0700515E76DE}" presName="rootConnector" presStyleLbl="node2" presStyleIdx="4" presStyleCnt="7"/>
      <dgm:spPr/>
    </dgm:pt>
    <dgm:pt modelId="{28672588-2AFD-B74B-BABA-935A680A8C9C}" type="pres">
      <dgm:prSet presAssocID="{074ACF72-71F5-0049-8CD2-0700515E76DE}" presName="hierChild4" presStyleCnt="0"/>
      <dgm:spPr/>
    </dgm:pt>
    <dgm:pt modelId="{7F128713-8E32-6A40-85DD-62E7F48C993E}" type="pres">
      <dgm:prSet presAssocID="{074ACF72-71F5-0049-8CD2-0700515E76DE}" presName="hierChild5" presStyleCnt="0"/>
      <dgm:spPr/>
    </dgm:pt>
    <dgm:pt modelId="{D1348B46-D7D7-3E43-96A9-53B5568F5B08}" type="pres">
      <dgm:prSet presAssocID="{CB7D2D88-B934-5E41-A3F0-E8AB3B63AA06}" presName="Name37" presStyleLbl="parChTrans1D2" presStyleIdx="5" presStyleCnt="7"/>
      <dgm:spPr/>
    </dgm:pt>
    <dgm:pt modelId="{B8C67990-B661-C646-91AC-C2C02B8A950C}" type="pres">
      <dgm:prSet presAssocID="{0AF21AC4-FF19-2D40-B732-B01423203EB8}" presName="hierRoot2" presStyleCnt="0">
        <dgm:presLayoutVars>
          <dgm:hierBranch val="init"/>
        </dgm:presLayoutVars>
      </dgm:prSet>
      <dgm:spPr/>
    </dgm:pt>
    <dgm:pt modelId="{759D62AA-FC2C-EF4B-B999-EA0371541DDF}" type="pres">
      <dgm:prSet presAssocID="{0AF21AC4-FF19-2D40-B732-B01423203EB8}" presName="rootComposite" presStyleCnt="0"/>
      <dgm:spPr/>
    </dgm:pt>
    <dgm:pt modelId="{97854E52-3D30-2549-AFFE-58B13C26E261}" type="pres">
      <dgm:prSet presAssocID="{0AF21AC4-FF19-2D40-B732-B01423203EB8}" presName="rootText" presStyleLbl="node2" presStyleIdx="5" presStyleCnt="7">
        <dgm:presLayoutVars>
          <dgm:chPref val="3"/>
        </dgm:presLayoutVars>
      </dgm:prSet>
      <dgm:spPr/>
    </dgm:pt>
    <dgm:pt modelId="{BDFF5338-84B4-7743-8A21-B83C29EF6814}" type="pres">
      <dgm:prSet presAssocID="{0AF21AC4-FF19-2D40-B732-B01423203EB8}" presName="rootConnector" presStyleLbl="node2" presStyleIdx="5" presStyleCnt="7"/>
      <dgm:spPr/>
    </dgm:pt>
    <dgm:pt modelId="{9477021A-A416-D54B-83EB-2FE276ED6D0D}" type="pres">
      <dgm:prSet presAssocID="{0AF21AC4-FF19-2D40-B732-B01423203EB8}" presName="hierChild4" presStyleCnt="0"/>
      <dgm:spPr/>
    </dgm:pt>
    <dgm:pt modelId="{41A771CA-ADBF-F74A-BDFB-8C9F09A952EA}" type="pres">
      <dgm:prSet presAssocID="{0AF21AC4-FF19-2D40-B732-B01423203EB8}" presName="hierChild5" presStyleCnt="0"/>
      <dgm:spPr/>
    </dgm:pt>
    <dgm:pt modelId="{1A7CC5E8-41F4-7346-96B4-82BBCAE6EB90}" type="pres">
      <dgm:prSet presAssocID="{18E6C77A-092E-DF42-AA54-875AB713DEEB}" presName="Name37" presStyleLbl="parChTrans1D2" presStyleIdx="6" presStyleCnt="7"/>
      <dgm:spPr/>
    </dgm:pt>
    <dgm:pt modelId="{C49B7FFA-C239-3842-9B4D-62EA1BDA3070}" type="pres">
      <dgm:prSet presAssocID="{05C86731-BBB5-C041-82DF-A7BF879DF878}" presName="hierRoot2" presStyleCnt="0">
        <dgm:presLayoutVars>
          <dgm:hierBranch val="init"/>
        </dgm:presLayoutVars>
      </dgm:prSet>
      <dgm:spPr/>
    </dgm:pt>
    <dgm:pt modelId="{4DF385D0-3948-1142-8825-B383A5CB6479}" type="pres">
      <dgm:prSet presAssocID="{05C86731-BBB5-C041-82DF-A7BF879DF878}" presName="rootComposite" presStyleCnt="0"/>
      <dgm:spPr/>
    </dgm:pt>
    <dgm:pt modelId="{6DAB59C3-87B5-6E47-B027-687A44D8EA98}" type="pres">
      <dgm:prSet presAssocID="{05C86731-BBB5-C041-82DF-A7BF879DF878}" presName="rootText" presStyleLbl="node2" presStyleIdx="6" presStyleCnt="7">
        <dgm:presLayoutVars>
          <dgm:chPref val="3"/>
        </dgm:presLayoutVars>
      </dgm:prSet>
      <dgm:spPr/>
    </dgm:pt>
    <dgm:pt modelId="{3D2FA0F4-700C-3641-BA92-6D4EEE47BDA2}" type="pres">
      <dgm:prSet presAssocID="{05C86731-BBB5-C041-82DF-A7BF879DF878}" presName="rootConnector" presStyleLbl="node2" presStyleIdx="6" presStyleCnt="7"/>
      <dgm:spPr/>
    </dgm:pt>
    <dgm:pt modelId="{BCDA0CEE-792D-1C42-9C37-F5C47F407E5B}" type="pres">
      <dgm:prSet presAssocID="{05C86731-BBB5-C041-82DF-A7BF879DF878}" presName="hierChild4" presStyleCnt="0"/>
      <dgm:spPr/>
    </dgm:pt>
    <dgm:pt modelId="{89C373B9-6221-D647-A499-79BF37B4F51B}" type="pres">
      <dgm:prSet presAssocID="{05C86731-BBB5-C041-82DF-A7BF879DF878}" presName="hierChild5" presStyleCnt="0"/>
      <dgm:spPr/>
    </dgm:pt>
    <dgm:pt modelId="{EC44E768-3D49-2440-985A-1E6DC72B1F90}" type="pres">
      <dgm:prSet presAssocID="{C832B1BC-15F4-AF4B-B3BB-F4BD9E51FF2B}" presName="hierChild3" presStyleCnt="0"/>
      <dgm:spPr/>
    </dgm:pt>
  </dgm:ptLst>
  <dgm:cxnLst>
    <dgm:cxn modelId="{32989A16-BA70-BC46-8AE8-1C87FA863437}" type="presOf" srcId="{18E6C77A-092E-DF42-AA54-875AB713DEEB}" destId="{1A7CC5E8-41F4-7346-96B4-82BBCAE6EB90}" srcOrd="0" destOrd="0" presId="urn:microsoft.com/office/officeart/2005/8/layout/orgChart1"/>
    <dgm:cxn modelId="{DFF0941A-4852-3A44-8106-7749EB844686}" type="presOf" srcId="{4F09BF15-04D2-6643-8D2C-475D01BFAE18}" destId="{C1BAB65E-0849-2442-A612-F287EA53C97F}" srcOrd="1" destOrd="0" presId="urn:microsoft.com/office/officeart/2005/8/layout/orgChart1"/>
    <dgm:cxn modelId="{8736EF1C-654D-804B-BC1C-37431BDB7EE0}" type="presOf" srcId="{4219CA85-B17B-BC4A-B12C-CA87AEB3B74A}" destId="{B2280E85-999A-2248-9950-0873C5AF13CA}" srcOrd="0" destOrd="0" presId="urn:microsoft.com/office/officeart/2005/8/layout/orgChart1"/>
    <dgm:cxn modelId="{16B8E11F-5A2E-654A-A1CD-10F5EF5E8479}" srcId="{C832B1BC-15F4-AF4B-B3BB-F4BD9E51FF2B}" destId="{143C5578-D5A3-DA41-85C1-74A4B88AD7ED}" srcOrd="3" destOrd="0" parTransId="{5A065644-2031-5746-AE58-5E4BF14F2FA9}" sibTransId="{9ADDF22E-9BDE-694A-B564-A04A2EF62D80}"/>
    <dgm:cxn modelId="{0834FB22-EC0E-E847-9496-0FABE844B615}" type="presOf" srcId="{05C86731-BBB5-C041-82DF-A7BF879DF878}" destId="{6DAB59C3-87B5-6E47-B027-687A44D8EA98}" srcOrd="0" destOrd="0" presId="urn:microsoft.com/office/officeart/2005/8/layout/orgChart1"/>
    <dgm:cxn modelId="{F347312B-6135-8E43-837F-371D07A1A24D}" type="presOf" srcId="{4F09BF15-04D2-6643-8D2C-475D01BFAE18}" destId="{37EBB54E-8375-7843-B60F-2E0282E09475}" srcOrd="0" destOrd="0" presId="urn:microsoft.com/office/officeart/2005/8/layout/orgChart1"/>
    <dgm:cxn modelId="{CAC4162D-8B78-1649-B04A-F2FF6CAEF32E}" srcId="{C832B1BC-15F4-AF4B-B3BB-F4BD9E51FF2B}" destId="{43B78E06-0D45-084F-9ECA-8ECA9F0B1682}" srcOrd="0" destOrd="0" parTransId="{02E4B132-B2C1-C449-849E-67420F582E89}" sibTransId="{97E2270A-2FB5-714C-BF40-A2C734576497}"/>
    <dgm:cxn modelId="{82C34331-2F07-EB44-8AB0-31869D092A52}" type="presOf" srcId="{074ACF72-71F5-0049-8CD2-0700515E76DE}" destId="{13B8086C-9CD3-7047-ACE0-1134E75438B3}" srcOrd="1" destOrd="0" presId="urn:microsoft.com/office/officeart/2005/8/layout/orgChart1"/>
    <dgm:cxn modelId="{D3F85B38-0FFC-E24A-96C6-23F2EBF5794F}" srcId="{2C38BC99-36E9-3D4A-A863-A7D250F9AF98}" destId="{C832B1BC-15F4-AF4B-B3BB-F4BD9E51FF2B}" srcOrd="0" destOrd="0" parTransId="{13F55AC7-6EEE-ED41-9A3A-61B3665DCC7C}" sibTransId="{BCD18787-D1C9-D94D-8EF0-247FB5E84F74}"/>
    <dgm:cxn modelId="{004EF239-8850-C84F-B2BD-2EAA7BDF7FDD}" type="presOf" srcId="{CB7D2D88-B934-5E41-A3F0-E8AB3B63AA06}" destId="{D1348B46-D7D7-3E43-96A9-53B5568F5B08}" srcOrd="0" destOrd="0" presId="urn:microsoft.com/office/officeart/2005/8/layout/orgChart1"/>
    <dgm:cxn modelId="{2EEE145F-5D99-3D45-BD28-0E2283E6DE38}" type="presOf" srcId="{143C5578-D5A3-DA41-85C1-74A4B88AD7ED}" destId="{883BEF6B-6C1E-384B-B03F-7CAEB1529F68}" srcOrd="0" destOrd="0" presId="urn:microsoft.com/office/officeart/2005/8/layout/orgChart1"/>
    <dgm:cxn modelId="{AB4A8F63-EC01-AB41-9333-B7B358807778}" type="presOf" srcId="{5A065644-2031-5746-AE58-5E4BF14F2FA9}" destId="{14CC079A-7CDE-2549-BB7A-11109491D2E6}" srcOrd="0" destOrd="0" presId="urn:microsoft.com/office/officeart/2005/8/layout/orgChart1"/>
    <dgm:cxn modelId="{84A1CD4C-3BDE-744D-984C-46EA2B9F6818}" srcId="{C832B1BC-15F4-AF4B-B3BB-F4BD9E51FF2B}" destId="{05C86731-BBB5-C041-82DF-A7BF879DF878}" srcOrd="6" destOrd="0" parTransId="{18E6C77A-092E-DF42-AA54-875AB713DEEB}" sibTransId="{D6FFC1C0-9BCC-A34E-A0E8-77BF99430C1E}"/>
    <dgm:cxn modelId="{9F9E7651-1209-C041-B117-49622F8D06DA}" srcId="{C832B1BC-15F4-AF4B-B3BB-F4BD9E51FF2B}" destId="{4F09BF15-04D2-6643-8D2C-475D01BFAE18}" srcOrd="1" destOrd="0" parTransId="{A351D066-162D-3647-A668-08535F6AB15E}" sibTransId="{E0FDA4EF-96F5-424C-ABDC-23693524FEC6}"/>
    <dgm:cxn modelId="{CE4D3455-A8F4-1747-AFF0-A7BB6F1553A5}" type="presOf" srcId="{C832B1BC-15F4-AF4B-B3BB-F4BD9E51FF2B}" destId="{3CF54A45-5778-C04A-B2A5-49F692348076}" srcOrd="0" destOrd="0" presId="urn:microsoft.com/office/officeart/2005/8/layout/orgChart1"/>
    <dgm:cxn modelId="{018C6193-8DB0-1B48-AEB7-118F19339B81}" type="presOf" srcId="{A351D066-162D-3647-A668-08535F6AB15E}" destId="{58F73516-7574-FA42-BF0A-487EC35A5ED5}" srcOrd="0" destOrd="0" presId="urn:microsoft.com/office/officeart/2005/8/layout/orgChart1"/>
    <dgm:cxn modelId="{AFBBAD93-5C16-3043-A746-BD7BB7D011CA}" type="presOf" srcId="{C832B1BC-15F4-AF4B-B3BB-F4BD9E51FF2B}" destId="{9907B212-967D-4B45-8470-92CC34FD8C94}" srcOrd="1" destOrd="0" presId="urn:microsoft.com/office/officeart/2005/8/layout/orgChart1"/>
    <dgm:cxn modelId="{9BA0B29A-EDB5-8741-BCC7-64EC19FDCE13}" type="presOf" srcId="{074ACF72-71F5-0049-8CD2-0700515E76DE}" destId="{63FD2214-39C1-F242-BABC-24CAAF0DA86B}" srcOrd="0" destOrd="0" presId="urn:microsoft.com/office/officeart/2005/8/layout/orgChart1"/>
    <dgm:cxn modelId="{F16CE69D-3704-F843-A3F0-5DA5A28F127A}" type="presOf" srcId="{02E4B132-B2C1-C449-849E-67420F582E89}" destId="{02617174-2902-5A43-9BC8-3944882323EE}" srcOrd="0" destOrd="0" presId="urn:microsoft.com/office/officeart/2005/8/layout/orgChart1"/>
    <dgm:cxn modelId="{4642A19E-3E22-244D-9272-7F198DED0614}" type="presOf" srcId="{5B54F914-A794-464F-AEFA-46333E905AA5}" destId="{0F53137B-D8FB-D544-AF52-C58EF0B36C04}" srcOrd="1" destOrd="0" presId="urn:microsoft.com/office/officeart/2005/8/layout/orgChart1"/>
    <dgm:cxn modelId="{2A5BF69F-B5B4-BE4B-BDF7-5327AD7F1A81}" type="presOf" srcId="{05C86731-BBB5-C041-82DF-A7BF879DF878}" destId="{3D2FA0F4-700C-3641-BA92-6D4EEE47BDA2}" srcOrd="1" destOrd="0" presId="urn:microsoft.com/office/officeart/2005/8/layout/orgChart1"/>
    <dgm:cxn modelId="{67115DA2-DFBE-1948-B5BA-0B325A64677A}" srcId="{C832B1BC-15F4-AF4B-B3BB-F4BD9E51FF2B}" destId="{074ACF72-71F5-0049-8CD2-0700515E76DE}" srcOrd="4" destOrd="0" parTransId="{D135F40A-9F3A-A048-BB25-D5693A4CED47}" sibTransId="{9BF5E9D4-483D-ED47-B785-C02A5D9D32A2}"/>
    <dgm:cxn modelId="{CF8C5AA4-CCB1-6549-A4DA-0CBB58C9C005}" srcId="{C832B1BC-15F4-AF4B-B3BB-F4BD9E51FF2B}" destId="{0AF21AC4-FF19-2D40-B732-B01423203EB8}" srcOrd="5" destOrd="0" parTransId="{CB7D2D88-B934-5E41-A3F0-E8AB3B63AA06}" sibTransId="{E6162994-2751-0D48-8985-E1240C844EC2}"/>
    <dgm:cxn modelId="{5433F8A8-A8D2-6B46-8435-EE184B0C9649}" type="presOf" srcId="{2C38BC99-36E9-3D4A-A863-A7D250F9AF98}" destId="{A8844BCB-D559-9B42-8D45-E1E3EAB03009}" srcOrd="0" destOrd="0" presId="urn:microsoft.com/office/officeart/2005/8/layout/orgChart1"/>
    <dgm:cxn modelId="{6E0004B0-B733-D045-B920-0858EDAAB51C}" type="presOf" srcId="{143C5578-D5A3-DA41-85C1-74A4B88AD7ED}" destId="{22F12733-9C30-4946-89B6-6869712ACED5}" srcOrd="1" destOrd="0" presId="urn:microsoft.com/office/officeart/2005/8/layout/orgChart1"/>
    <dgm:cxn modelId="{E1BF8FB3-EDD7-D64C-AB64-0CA3B9F6211B}" type="presOf" srcId="{43B78E06-0D45-084F-9ECA-8ECA9F0B1682}" destId="{9E3FABAD-06C0-C74C-BA34-9A0C0273755E}" srcOrd="1" destOrd="0" presId="urn:microsoft.com/office/officeart/2005/8/layout/orgChart1"/>
    <dgm:cxn modelId="{208D27BF-9740-194A-AF69-979D44F9886C}" type="presOf" srcId="{D135F40A-9F3A-A048-BB25-D5693A4CED47}" destId="{6981F7A4-C64F-0240-96C8-289D98FAB2A6}" srcOrd="0" destOrd="0" presId="urn:microsoft.com/office/officeart/2005/8/layout/orgChart1"/>
    <dgm:cxn modelId="{677B84CA-6243-B145-AA93-1D4828F0D3A0}" type="presOf" srcId="{0AF21AC4-FF19-2D40-B732-B01423203EB8}" destId="{BDFF5338-84B4-7743-8A21-B83C29EF6814}" srcOrd="1" destOrd="0" presId="urn:microsoft.com/office/officeart/2005/8/layout/orgChart1"/>
    <dgm:cxn modelId="{3BE578E6-0F33-8849-B8D0-E79249330926}" type="presOf" srcId="{43B78E06-0D45-084F-9ECA-8ECA9F0B1682}" destId="{5210E0D4-428F-6945-88ED-572373A195FD}" srcOrd="0" destOrd="0" presId="urn:microsoft.com/office/officeart/2005/8/layout/orgChart1"/>
    <dgm:cxn modelId="{BF59A3EB-CA2B-AD40-A7CE-7F7CA10103B6}" srcId="{C832B1BC-15F4-AF4B-B3BB-F4BD9E51FF2B}" destId="{5B54F914-A794-464F-AEFA-46333E905AA5}" srcOrd="2" destOrd="0" parTransId="{4219CA85-B17B-BC4A-B12C-CA87AEB3B74A}" sibTransId="{B23EE6E5-DFA8-F94D-BFCB-8801385DECA8}"/>
    <dgm:cxn modelId="{AAE5AFED-B815-3243-9C1B-1E89FD419627}" type="presOf" srcId="{0AF21AC4-FF19-2D40-B732-B01423203EB8}" destId="{97854E52-3D30-2549-AFFE-58B13C26E261}" srcOrd="0" destOrd="0" presId="urn:microsoft.com/office/officeart/2005/8/layout/orgChart1"/>
    <dgm:cxn modelId="{E0C662F1-872D-C048-A8E0-48A07B076447}" type="presOf" srcId="{5B54F914-A794-464F-AEFA-46333E905AA5}" destId="{535B4616-2B0D-FA45-A92A-23B1231C4E5F}" srcOrd="0" destOrd="0" presId="urn:microsoft.com/office/officeart/2005/8/layout/orgChart1"/>
    <dgm:cxn modelId="{BBA014D2-0EE8-6848-98DD-47C8B0A6121E}" type="presParOf" srcId="{A8844BCB-D559-9B42-8D45-E1E3EAB03009}" destId="{3B3C25BE-5433-CD4E-88F1-01486479B8F5}" srcOrd="0" destOrd="0" presId="urn:microsoft.com/office/officeart/2005/8/layout/orgChart1"/>
    <dgm:cxn modelId="{E773FFDC-A4C0-3A43-A7C1-CA19AE9837FA}" type="presParOf" srcId="{3B3C25BE-5433-CD4E-88F1-01486479B8F5}" destId="{9215A8AF-C618-5541-A069-C4E7ED91DD82}" srcOrd="0" destOrd="0" presId="urn:microsoft.com/office/officeart/2005/8/layout/orgChart1"/>
    <dgm:cxn modelId="{4CA36FD1-B7B5-6B46-BCD1-8DAEB14D18A0}" type="presParOf" srcId="{9215A8AF-C618-5541-A069-C4E7ED91DD82}" destId="{3CF54A45-5778-C04A-B2A5-49F692348076}" srcOrd="0" destOrd="0" presId="urn:microsoft.com/office/officeart/2005/8/layout/orgChart1"/>
    <dgm:cxn modelId="{522E89FB-35E9-034A-927B-952BB07C1C03}" type="presParOf" srcId="{9215A8AF-C618-5541-A069-C4E7ED91DD82}" destId="{9907B212-967D-4B45-8470-92CC34FD8C94}" srcOrd="1" destOrd="0" presId="urn:microsoft.com/office/officeart/2005/8/layout/orgChart1"/>
    <dgm:cxn modelId="{BD22D46F-C1CE-5449-A19D-91459C4847D8}" type="presParOf" srcId="{3B3C25BE-5433-CD4E-88F1-01486479B8F5}" destId="{31AFBB08-02B4-FB4D-9379-8A4CEC9A405F}" srcOrd="1" destOrd="0" presId="urn:microsoft.com/office/officeart/2005/8/layout/orgChart1"/>
    <dgm:cxn modelId="{1FE76B5C-469C-BF40-8D01-C1E7C942052A}" type="presParOf" srcId="{31AFBB08-02B4-FB4D-9379-8A4CEC9A405F}" destId="{02617174-2902-5A43-9BC8-3944882323EE}" srcOrd="0" destOrd="0" presId="urn:microsoft.com/office/officeart/2005/8/layout/orgChart1"/>
    <dgm:cxn modelId="{7AFDB112-FF8B-E944-96A9-A188854914E6}" type="presParOf" srcId="{31AFBB08-02B4-FB4D-9379-8A4CEC9A405F}" destId="{C8F1F5C3-8B65-DD44-BFCF-F471C9166DF2}" srcOrd="1" destOrd="0" presId="urn:microsoft.com/office/officeart/2005/8/layout/orgChart1"/>
    <dgm:cxn modelId="{3BBB745D-D312-1647-8E14-EC23F85E6FA7}" type="presParOf" srcId="{C8F1F5C3-8B65-DD44-BFCF-F471C9166DF2}" destId="{852303AE-3F6E-664E-AA00-9E2E92D8C70E}" srcOrd="0" destOrd="0" presId="urn:microsoft.com/office/officeart/2005/8/layout/orgChart1"/>
    <dgm:cxn modelId="{75563320-B31F-1E4E-922E-1830523CFEBC}" type="presParOf" srcId="{852303AE-3F6E-664E-AA00-9E2E92D8C70E}" destId="{5210E0D4-428F-6945-88ED-572373A195FD}" srcOrd="0" destOrd="0" presId="urn:microsoft.com/office/officeart/2005/8/layout/orgChart1"/>
    <dgm:cxn modelId="{175FD417-8AD8-C845-B402-85B457C76331}" type="presParOf" srcId="{852303AE-3F6E-664E-AA00-9E2E92D8C70E}" destId="{9E3FABAD-06C0-C74C-BA34-9A0C0273755E}" srcOrd="1" destOrd="0" presId="urn:microsoft.com/office/officeart/2005/8/layout/orgChart1"/>
    <dgm:cxn modelId="{4FB6B3E9-432B-8F43-AA27-1E351A7FE22F}" type="presParOf" srcId="{C8F1F5C3-8B65-DD44-BFCF-F471C9166DF2}" destId="{B7C40032-9157-044F-9588-A8FF841BF3C3}" srcOrd="1" destOrd="0" presId="urn:microsoft.com/office/officeart/2005/8/layout/orgChart1"/>
    <dgm:cxn modelId="{2F969A38-B2D8-7841-A15D-94A300EE9BDC}" type="presParOf" srcId="{C8F1F5C3-8B65-DD44-BFCF-F471C9166DF2}" destId="{90119531-5315-B546-AE50-8A618FB58472}" srcOrd="2" destOrd="0" presId="urn:microsoft.com/office/officeart/2005/8/layout/orgChart1"/>
    <dgm:cxn modelId="{CE14FC88-CC17-D94D-9579-24B958CD22A5}" type="presParOf" srcId="{31AFBB08-02B4-FB4D-9379-8A4CEC9A405F}" destId="{58F73516-7574-FA42-BF0A-487EC35A5ED5}" srcOrd="2" destOrd="0" presId="urn:microsoft.com/office/officeart/2005/8/layout/orgChart1"/>
    <dgm:cxn modelId="{1EC86866-0983-A046-B3D6-2313EC487329}" type="presParOf" srcId="{31AFBB08-02B4-FB4D-9379-8A4CEC9A405F}" destId="{892F8D08-D0D5-EF4D-92E5-991FD42B57C0}" srcOrd="3" destOrd="0" presId="urn:microsoft.com/office/officeart/2005/8/layout/orgChart1"/>
    <dgm:cxn modelId="{B2B563EE-62E2-354E-AECB-400FE3B835A3}" type="presParOf" srcId="{892F8D08-D0D5-EF4D-92E5-991FD42B57C0}" destId="{2CEACDDB-1324-BC4B-8F79-2EE138D06A64}" srcOrd="0" destOrd="0" presId="urn:microsoft.com/office/officeart/2005/8/layout/orgChart1"/>
    <dgm:cxn modelId="{26AAABB1-D230-B046-82D3-F0487FADE79F}" type="presParOf" srcId="{2CEACDDB-1324-BC4B-8F79-2EE138D06A64}" destId="{37EBB54E-8375-7843-B60F-2E0282E09475}" srcOrd="0" destOrd="0" presId="urn:microsoft.com/office/officeart/2005/8/layout/orgChart1"/>
    <dgm:cxn modelId="{B2A587D1-C256-7B44-B662-FAB36E5ACAC8}" type="presParOf" srcId="{2CEACDDB-1324-BC4B-8F79-2EE138D06A64}" destId="{C1BAB65E-0849-2442-A612-F287EA53C97F}" srcOrd="1" destOrd="0" presId="urn:microsoft.com/office/officeart/2005/8/layout/orgChart1"/>
    <dgm:cxn modelId="{9C2248FC-80CA-A54C-B9FD-4B53A4AC7CAB}" type="presParOf" srcId="{892F8D08-D0D5-EF4D-92E5-991FD42B57C0}" destId="{95E62496-1D7E-834B-8269-12E5BAF69041}" srcOrd="1" destOrd="0" presId="urn:microsoft.com/office/officeart/2005/8/layout/orgChart1"/>
    <dgm:cxn modelId="{8CFC2AEE-CE31-8E4F-BD15-961A83C4B37D}" type="presParOf" srcId="{892F8D08-D0D5-EF4D-92E5-991FD42B57C0}" destId="{40425EE4-C731-F34F-8209-E65B451B29A5}" srcOrd="2" destOrd="0" presId="urn:microsoft.com/office/officeart/2005/8/layout/orgChart1"/>
    <dgm:cxn modelId="{3E76CA23-7B32-0346-B37C-1847E52CF18B}" type="presParOf" srcId="{31AFBB08-02B4-FB4D-9379-8A4CEC9A405F}" destId="{B2280E85-999A-2248-9950-0873C5AF13CA}" srcOrd="4" destOrd="0" presId="urn:microsoft.com/office/officeart/2005/8/layout/orgChart1"/>
    <dgm:cxn modelId="{C6772D85-7B86-9542-BFD4-9479D7DEBE3E}" type="presParOf" srcId="{31AFBB08-02B4-FB4D-9379-8A4CEC9A405F}" destId="{243F496E-4A86-3049-848F-CFF66DF28099}" srcOrd="5" destOrd="0" presId="urn:microsoft.com/office/officeart/2005/8/layout/orgChart1"/>
    <dgm:cxn modelId="{EDA9BE76-98C6-5B4F-9893-B7A609D2B1C7}" type="presParOf" srcId="{243F496E-4A86-3049-848F-CFF66DF28099}" destId="{AFB8CF45-E9FB-DE47-9516-492D39C6E8E5}" srcOrd="0" destOrd="0" presId="urn:microsoft.com/office/officeart/2005/8/layout/orgChart1"/>
    <dgm:cxn modelId="{88765D8C-BA49-9F4A-937C-74A59DAD8E67}" type="presParOf" srcId="{AFB8CF45-E9FB-DE47-9516-492D39C6E8E5}" destId="{535B4616-2B0D-FA45-A92A-23B1231C4E5F}" srcOrd="0" destOrd="0" presId="urn:microsoft.com/office/officeart/2005/8/layout/orgChart1"/>
    <dgm:cxn modelId="{647F160D-0345-8F4A-85F0-80FB90E0AB2A}" type="presParOf" srcId="{AFB8CF45-E9FB-DE47-9516-492D39C6E8E5}" destId="{0F53137B-D8FB-D544-AF52-C58EF0B36C04}" srcOrd="1" destOrd="0" presId="urn:microsoft.com/office/officeart/2005/8/layout/orgChart1"/>
    <dgm:cxn modelId="{9DA0A72D-4A28-0046-A69E-09CF6FB98942}" type="presParOf" srcId="{243F496E-4A86-3049-848F-CFF66DF28099}" destId="{A2AE06F5-30F4-8448-8DB9-B0736D80D3B0}" srcOrd="1" destOrd="0" presId="urn:microsoft.com/office/officeart/2005/8/layout/orgChart1"/>
    <dgm:cxn modelId="{D2B5DB1A-EA18-1746-9B10-B964F3DB158E}" type="presParOf" srcId="{243F496E-4A86-3049-848F-CFF66DF28099}" destId="{F8EFA385-399A-1F43-A217-6638F375FA3E}" srcOrd="2" destOrd="0" presId="urn:microsoft.com/office/officeart/2005/8/layout/orgChart1"/>
    <dgm:cxn modelId="{B527D7E0-43B0-F14B-AC31-0FDE3D55360E}" type="presParOf" srcId="{31AFBB08-02B4-FB4D-9379-8A4CEC9A405F}" destId="{14CC079A-7CDE-2549-BB7A-11109491D2E6}" srcOrd="6" destOrd="0" presId="urn:microsoft.com/office/officeart/2005/8/layout/orgChart1"/>
    <dgm:cxn modelId="{21EDA2A6-3AD0-044C-9A42-480645E4EB40}" type="presParOf" srcId="{31AFBB08-02B4-FB4D-9379-8A4CEC9A405F}" destId="{80D27BD4-0892-074A-85A1-C65D5530735C}" srcOrd="7" destOrd="0" presId="urn:microsoft.com/office/officeart/2005/8/layout/orgChart1"/>
    <dgm:cxn modelId="{A68F4986-1D3B-6E44-9AAC-8328EAD99CAF}" type="presParOf" srcId="{80D27BD4-0892-074A-85A1-C65D5530735C}" destId="{91C3A2D2-D966-F94E-89B0-77E2BF2BA212}" srcOrd="0" destOrd="0" presId="urn:microsoft.com/office/officeart/2005/8/layout/orgChart1"/>
    <dgm:cxn modelId="{5412736D-CDB0-1B44-A3AD-97B6087B0BB9}" type="presParOf" srcId="{91C3A2D2-D966-F94E-89B0-77E2BF2BA212}" destId="{883BEF6B-6C1E-384B-B03F-7CAEB1529F68}" srcOrd="0" destOrd="0" presId="urn:microsoft.com/office/officeart/2005/8/layout/orgChart1"/>
    <dgm:cxn modelId="{82FFB4A2-DD8D-C84B-B8A6-A1FD8254CDE0}" type="presParOf" srcId="{91C3A2D2-D966-F94E-89B0-77E2BF2BA212}" destId="{22F12733-9C30-4946-89B6-6869712ACED5}" srcOrd="1" destOrd="0" presId="urn:microsoft.com/office/officeart/2005/8/layout/orgChart1"/>
    <dgm:cxn modelId="{D814008A-A87E-2649-BDDF-B88920B24579}" type="presParOf" srcId="{80D27BD4-0892-074A-85A1-C65D5530735C}" destId="{15D6042E-EEA2-6D47-B8C6-13810F9B5D36}" srcOrd="1" destOrd="0" presId="urn:microsoft.com/office/officeart/2005/8/layout/orgChart1"/>
    <dgm:cxn modelId="{A36E4C32-17FC-2445-8A40-0288730EEE1A}" type="presParOf" srcId="{80D27BD4-0892-074A-85A1-C65D5530735C}" destId="{F0DF5237-DBE9-F149-BB09-412514660E77}" srcOrd="2" destOrd="0" presId="urn:microsoft.com/office/officeart/2005/8/layout/orgChart1"/>
    <dgm:cxn modelId="{285EE86E-26EC-444A-8340-4C2DF52A9C5B}" type="presParOf" srcId="{31AFBB08-02B4-FB4D-9379-8A4CEC9A405F}" destId="{6981F7A4-C64F-0240-96C8-289D98FAB2A6}" srcOrd="8" destOrd="0" presId="urn:microsoft.com/office/officeart/2005/8/layout/orgChart1"/>
    <dgm:cxn modelId="{8D291FA6-A96B-E243-A58E-E644A64FAA6A}" type="presParOf" srcId="{31AFBB08-02B4-FB4D-9379-8A4CEC9A405F}" destId="{8E572A0C-9440-1D47-A48B-DBA6445BC26F}" srcOrd="9" destOrd="0" presId="urn:microsoft.com/office/officeart/2005/8/layout/orgChart1"/>
    <dgm:cxn modelId="{BFA72A44-E501-1140-B8C7-37E4519AC08A}" type="presParOf" srcId="{8E572A0C-9440-1D47-A48B-DBA6445BC26F}" destId="{AF9E4286-771E-9549-AD3A-B6F89DED76C1}" srcOrd="0" destOrd="0" presId="urn:microsoft.com/office/officeart/2005/8/layout/orgChart1"/>
    <dgm:cxn modelId="{B31949D7-22BF-9148-9D2D-E1B984DD1B95}" type="presParOf" srcId="{AF9E4286-771E-9549-AD3A-B6F89DED76C1}" destId="{63FD2214-39C1-F242-BABC-24CAAF0DA86B}" srcOrd="0" destOrd="0" presId="urn:microsoft.com/office/officeart/2005/8/layout/orgChart1"/>
    <dgm:cxn modelId="{A44FDEA9-4166-6240-9C93-244A1453F20A}" type="presParOf" srcId="{AF9E4286-771E-9549-AD3A-B6F89DED76C1}" destId="{13B8086C-9CD3-7047-ACE0-1134E75438B3}" srcOrd="1" destOrd="0" presId="urn:microsoft.com/office/officeart/2005/8/layout/orgChart1"/>
    <dgm:cxn modelId="{26BF2572-783F-C348-86E8-BBBAA8F23D17}" type="presParOf" srcId="{8E572A0C-9440-1D47-A48B-DBA6445BC26F}" destId="{28672588-2AFD-B74B-BABA-935A680A8C9C}" srcOrd="1" destOrd="0" presId="urn:microsoft.com/office/officeart/2005/8/layout/orgChart1"/>
    <dgm:cxn modelId="{5B0D4BC4-E8FA-A54F-A2C5-F7F24A7F9BC2}" type="presParOf" srcId="{8E572A0C-9440-1D47-A48B-DBA6445BC26F}" destId="{7F128713-8E32-6A40-85DD-62E7F48C993E}" srcOrd="2" destOrd="0" presId="urn:microsoft.com/office/officeart/2005/8/layout/orgChart1"/>
    <dgm:cxn modelId="{C93DCD16-12BE-8A4F-B43C-6EE3AC699D05}" type="presParOf" srcId="{31AFBB08-02B4-FB4D-9379-8A4CEC9A405F}" destId="{D1348B46-D7D7-3E43-96A9-53B5568F5B08}" srcOrd="10" destOrd="0" presId="urn:microsoft.com/office/officeart/2005/8/layout/orgChart1"/>
    <dgm:cxn modelId="{8229E859-53CA-D340-963B-1EA070CE3417}" type="presParOf" srcId="{31AFBB08-02B4-FB4D-9379-8A4CEC9A405F}" destId="{B8C67990-B661-C646-91AC-C2C02B8A950C}" srcOrd="11" destOrd="0" presId="urn:microsoft.com/office/officeart/2005/8/layout/orgChart1"/>
    <dgm:cxn modelId="{ADD95AA6-ECE1-7B41-91C2-94316C2C4FC6}" type="presParOf" srcId="{B8C67990-B661-C646-91AC-C2C02B8A950C}" destId="{759D62AA-FC2C-EF4B-B999-EA0371541DDF}" srcOrd="0" destOrd="0" presId="urn:microsoft.com/office/officeart/2005/8/layout/orgChart1"/>
    <dgm:cxn modelId="{1CA302A0-1B81-C949-8C77-B33C8E8FEED7}" type="presParOf" srcId="{759D62AA-FC2C-EF4B-B999-EA0371541DDF}" destId="{97854E52-3D30-2549-AFFE-58B13C26E261}" srcOrd="0" destOrd="0" presId="urn:microsoft.com/office/officeart/2005/8/layout/orgChart1"/>
    <dgm:cxn modelId="{D28F99F4-50BD-6641-8E7B-2AEC4455A4F9}" type="presParOf" srcId="{759D62AA-FC2C-EF4B-B999-EA0371541DDF}" destId="{BDFF5338-84B4-7743-8A21-B83C29EF6814}" srcOrd="1" destOrd="0" presId="urn:microsoft.com/office/officeart/2005/8/layout/orgChart1"/>
    <dgm:cxn modelId="{53A4ABC1-0F71-D244-A264-417BE39BACC3}" type="presParOf" srcId="{B8C67990-B661-C646-91AC-C2C02B8A950C}" destId="{9477021A-A416-D54B-83EB-2FE276ED6D0D}" srcOrd="1" destOrd="0" presId="urn:microsoft.com/office/officeart/2005/8/layout/orgChart1"/>
    <dgm:cxn modelId="{82B7F5A2-9792-CF4C-AC15-88242C572756}" type="presParOf" srcId="{B8C67990-B661-C646-91AC-C2C02B8A950C}" destId="{41A771CA-ADBF-F74A-BDFB-8C9F09A952EA}" srcOrd="2" destOrd="0" presId="urn:microsoft.com/office/officeart/2005/8/layout/orgChart1"/>
    <dgm:cxn modelId="{45B2D04E-8CF9-D742-B8CD-C96E7231D71C}" type="presParOf" srcId="{31AFBB08-02B4-FB4D-9379-8A4CEC9A405F}" destId="{1A7CC5E8-41F4-7346-96B4-82BBCAE6EB90}" srcOrd="12" destOrd="0" presId="urn:microsoft.com/office/officeart/2005/8/layout/orgChart1"/>
    <dgm:cxn modelId="{AAE968D5-3397-054E-B2CC-8B76BDE0839D}" type="presParOf" srcId="{31AFBB08-02B4-FB4D-9379-8A4CEC9A405F}" destId="{C49B7FFA-C239-3842-9B4D-62EA1BDA3070}" srcOrd="13" destOrd="0" presId="urn:microsoft.com/office/officeart/2005/8/layout/orgChart1"/>
    <dgm:cxn modelId="{C0BC7726-0AFB-D049-94AA-E34240DABE52}" type="presParOf" srcId="{C49B7FFA-C239-3842-9B4D-62EA1BDA3070}" destId="{4DF385D0-3948-1142-8825-B383A5CB6479}" srcOrd="0" destOrd="0" presId="urn:microsoft.com/office/officeart/2005/8/layout/orgChart1"/>
    <dgm:cxn modelId="{DF774384-7FE5-664C-8594-AD24F3CFABA6}" type="presParOf" srcId="{4DF385D0-3948-1142-8825-B383A5CB6479}" destId="{6DAB59C3-87B5-6E47-B027-687A44D8EA98}" srcOrd="0" destOrd="0" presId="urn:microsoft.com/office/officeart/2005/8/layout/orgChart1"/>
    <dgm:cxn modelId="{6CBFCE1B-731C-094D-ACE2-318DF14DAC2F}" type="presParOf" srcId="{4DF385D0-3948-1142-8825-B383A5CB6479}" destId="{3D2FA0F4-700C-3641-BA92-6D4EEE47BDA2}" srcOrd="1" destOrd="0" presId="urn:microsoft.com/office/officeart/2005/8/layout/orgChart1"/>
    <dgm:cxn modelId="{8C52D879-76BA-4441-BF14-4B065C4A3C6D}" type="presParOf" srcId="{C49B7FFA-C239-3842-9B4D-62EA1BDA3070}" destId="{BCDA0CEE-792D-1C42-9C37-F5C47F407E5B}" srcOrd="1" destOrd="0" presId="urn:microsoft.com/office/officeart/2005/8/layout/orgChart1"/>
    <dgm:cxn modelId="{C2D290BC-01B8-9044-B351-6DF218BA8857}" type="presParOf" srcId="{C49B7FFA-C239-3842-9B4D-62EA1BDA3070}" destId="{89C373B9-6221-D647-A499-79BF37B4F51B}" srcOrd="2" destOrd="0" presId="urn:microsoft.com/office/officeart/2005/8/layout/orgChart1"/>
    <dgm:cxn modelId="{772046D8-8515-534A-A10B-1EB14F4BF24D}" type="presParOf" srcId="{3B3C25BE-5433-CD4E-88F1-01486479B8F5}" destId="{EC44E768-3D49-2440-985A-1E6DC72B1F90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84A1053-C41C-7B4D-99C9-CF1E5C58907D}" type="doc">
      <dgm:prSet loTypeId="urn:microsoft.com/office/officeart/2005/8/layout/radial1" loCatId="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26202CFB-B170-304D-B690-6E5454D90DE9}">
      <dgm:prSet/>
      <dgm:spPr/>
      <dgm:t>
        <a:bodyPr/>
        <a:lstStyle/>
        <a:p>
          <a:r>
            <a:rPr lang="en-US"/>
            <a:t>Approach</a:t>
          </a:r>
          <a:endParaRPr lang="en-IN"/>
        </a:p>
      </dgm:t>
    </dgm:pt>
    <dgm:pt modelId="{8A808211-50B1-0F4D-9CA4-C68EE290AA33}" type="parTrans" cxnId="{3AF8D662-8F47-344D-9FFF-222FAA78D7F6}">
      <dgm:prSet/>
      <dgm:spPr/>
      <dgm:t>
        <a:bodyPr/>
        <a:lstStyle/>
        <a:p>
          <a:endParaRPr lang="en-GB"/>
        </a:p>
      </dgm:t>
    </dgm:pt>
    <dgm:pt modelId="{115A3DFB-DDCD-5848-B79D-75502B81AE12}" type="sibTrans" cxnId="{3AF8D662-8F47-344D-9FFF-222FAA78D7F6}">
      <dgm:prSet/>
      <dgm:spPr/>
      <dgm:t>
        <a:bodyPr/>
        <a:lstStyle/>
        <a:p>
          <a:endParaRPr lang="en-GB"/>
        </a:p>
      </dgm:t>
    </dgm:pt>
    <dgm:pt modelId="{EBA58382-39BF-124D-8B8F-3CF1B7DE9DA5}">
      <dgm:prSet/>
      <dgm:spPr/>
      <dgm:t>
        <a:bodyPr/>
        <a:lstStyle/>
        <a:p>
          <a:r>
            <a:rPr lang="en-US"/>
            <a:t>Use data-driven Machine Learning models</a:t>
          </a:r>
          <a:endParaRPr lang="en-IN"/>
        </a:p>
      </dgm:t>
    </dgm:pt>
    <dgm:pt modelId="{3417CCE3-8ADE-7142-B61E-741B5B986AEC}" type="parTrans" cxnId="{97042782-0D46-164E-9CA9-8F77F002BDAE}">
      <dgm:prSet/>
      <dgm:spPr/>
      <dgm:t>
        <a:bodyPr/>
        <a:lstStyle/>
        <a:p>
          <a:endParaRPr lang="en-GB"/>
        </a:p>
      </dgm:t>
    </dgm:pt>
    <dgm:pt modelId="{9444A2AF-8DA9-2749-978C-FEC952A0D1CC}" type="sibTrans" cxnId="{97042782-0D46-164E-9CA9-8F77F002BDAE}">
      <dgm:prSet/>
      <dgm:spPr/>
      <dgm:t>
        <a:bodyPr/>
        <a:lstStyle/>
        <a:p>
          <a:endParaRPr lang="en-GB"/>
        </a:p>
      </dgm:t>
    </dgm:pt>
    <dgm:pt modelId="{42BF0700-8342-E041-A6E0-7CA23BD9F151}">
      <dgm:prSet/>
      <dgm:spPr/>
      <dgm:t>
        <a:bodyPr/>
        <a:lstStyle/>
        <a:p>
          <a:r>
            <a:rPr lang="en-US"/>
            <a:t>Input: battery parameters</a:t>
          </a:r>
          <a:endParaRPr lang="en-IN"/>
        </a:p>
      </dgm:t>
    </dgm:pt>
    <dgm:pt modelId="{970C3DCC-F4CB-C042-97D5-F83B3A1914F5}" type="parTrans" cxnId="{4B5B8A77-83EA-9A4E-8552-2C514E814795}">
      <dgm:prSet/>
      <dgm:spPr/>
      <dgm:t>
        <a:bodyPr/>
        <a:lstStyle/>
        <a:p>
          <a:endParaRPr lang="en-GB"/>
        </a:p>
      </dgm:t>
    </dgm:pt>
    <dgm:pt modelId="{F9146DE1-D639-C64D-8F30-A4DD80B6DF84}" type="sibTrans" cxnId="{4B5B8A77-83EA-9A4E-8552-2C514E814795}">
      <dgm:prSet/>
      <dgm:spPr/>
      <dgm:t>
        <a:bodyPr/>
        <a:lstStyle/>
        <a:p>
          <a:endParaRPr lang="en-GB"/>
        </a:p>
      </dgm:t>
    </dgm:pt>
    <dgm:pt modelId="{9A361EE0-6A4A-5C40-9B9B-B5EE75B954B5}">
      <dgm:prSet/>
      <dgm:spPr/>
      <dgm:t>
        <a:bodyPr/>
        <a:lstStyle/>
        <a:p>
          <a:r>
            <a:rPr lang="en-US"/>
            <a:t>Output: SOH, RUL</a:t>
          </a:r>
          <a:endParaRPr lang="en-IN"/>
        </a:p>
      </dgm:t>
    </dgm:pt>
    <dgm:pt modelId="{86A8FC74-81FD-B14B-9761-017B6A4874F2}" type="parTrans" cxnId="{F2932CDC-81ED-E444-8462-F2291933936A}">
      <dgm:prSet/>
      <dgm:spPr/>
      <dgm:t>
        <a:bodyPr/>
        <a:lstStyle/>
        <a:p>
          <a:endParaRPr lang="en-GB"/>
        </a:p>
      </dgm:t>
    </dgm:pt>
    <dgm:pt modelId="{BF2345F7-5BCC-6441-BD5A-075669D3F2F1}" type="sibTrans" cxnId="{F2932CDC-81ED-E444-8462-F2291933936A}">
      <dgm:prSet/>
      <dgm:spPr/>
      <dgm:t>
        <a:bodyPr/>
        <a:lstStyle/>
        <a:p>
          <a:endParaRPr lang="en-GB"/>
        </a:p>
      </dgm:t>
    </dgm:pt>
    <dgm:pt modelId="{331F1E2F-7DC2-F346-9D2E-CBBAF78F5FF9}" type="pres">
      <dgm:prSet presAssocID="{684A1053-C41C-7B4D-99C9-CF1E5C58907D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CAF45CFC-F53E-9249-B668-819F16BEE5E1}" type="pres">
      <dgm:prSet presAssocID="{26202CFB-B170-304D-B690-6E5454D90DE9}" presName="centerShape" presStyleLbl="node0" presStyleIdx="0" presStyleCnt="1" custScaleX="108736" custScaleY="96064"/>
      <dgm:spPr/>
    </dgm:pt>
    <dgm:pt modelId="{0914C75D-8AB7-F845-BEA3-83AB771FE885}" type="pres">
      <dgm:prSet presAssocID="{3417CCE3-8ADE-7142-B61E-741B5B986AEC}" presName="Name9" presStyleLbl="parChTrans1D2" presStyleIdx="0" presStyleCnt="3"/>
      <dgm:spPr/>
    </dgm:pt>
    <dgm:pt modelId="{68DEAD7B-AA06-5D49-BEC9-B78DD7FC5388}" type="pres">
      <dgm:prSet presAssocID="{3417CCE3-8ADE-7142-B61E-741B5B986AEC}" presName="connTx" presStyleLbl="parChTrans1D2" presStyleIdx="0" presStyleCnt="3"/>
      <dgm:spPr/>
    </dgm:pt>
    <dgm:pt modelId="{43635774-1AFB-5541-BE7D-E0D08526FB70}" type="pres">
      <dgm:prSet presAssocID="{EBA58382-39BF-124D-8B8F-3CF1B7DE9DA5}" presName="node" presStyleLbl="node1" presStyleIdx="0" presStyleCnt="3" custScaleX="104581" custScaleY="106526">
        <dgm:presLayoutVars>
          <dgm:bulletEnabled val="1"/>
        </dgm:presLayoutVars>
      </dgm:prSet>
      <dgm:spPr/>
    </dgm:pt>
    <dgm:pt modelId="{53D422D5-5D37-4D40-8F73-1D6EE55A82BB}" type="pres">
      <dgm:prSet presAssocID="{970C3DCC-F4CB-C042-97D5-F83B3A1914F5}" presName="Name9" presStyleLbl="parChTrans1D2" presStyleIdx="1" presStyleCnt="3"/>
      <dgm:spPr/>
    </dgm:pt>
    <dgm:pt modelId="{0D4A9020-10B6-3D43-BB28-01B8D5763F00}" type="pres">
      <dgm:prSet presAssocID="{970C3DCC-F4CB-C042-97D5-F83B3A1914F5}" presName="connTx" presStyleLbl="parChTrans1D2" presStyleIdx="1" presStyleCnt="3"/>
      <dgm:spPr/>
    </dgm:pt>
    <dgm:pt modelId="{0B076C55-E08C-2D48-88FE-529941A1B7FD}" type="pres">
      <dgm:prSet presAssocID="{42BF0700-8342-E041-A6E0-7CA23BD9F151}" presName="node" presStyleLbl="node1" presStyleIdx="1" presStyleCnt="3">
        <dgm:presLayoutVars>
          <dgm:bulletEnabled val="1"/>
        </dgm:presLayoutVars>
      </dgm:prSet>
      <dgm:spPr/>
    </dgm:pt>
    <dgm:pt modelId="{AF468506-2F38-714E-A969-FB47D4777A60}" type="pres">
      <dgm:prSet presAssocID="{86A8FC74-81FD-B14B-9761-017B6A4874F2}" presName="Name9" presStyleLbl="parChTrans1D2" presStyleIdx="2" presStyleCnt="3"/>
      <dgm:spPr/>
    </dgm:pt>
    <dgm:pt modelId="{2B012A57-4BE9-BE45-A15A-ABB3C9842781}" type="pres">
      <dgm:prSet presAssocID="{86A8FC74-81FD-B14B-9761-017B6A4874F2}" presName="connTx" presStyleLbl="parChTrans1D2" presStyleIdx="2" presStyleCnt="3"/>
      <dgm:spPr/>
    </dgm:pt>
    <dgm:pt modelId="{CA71CA5F-E8EA-F944-A9C7-AA9AD6726FC3}" type="pres">
      <dgm:prSet presAssocID="{9A361EE0-6A4A-5C40-9B9B-B5EE75B954B5}" presName="node" presStyleLbl="node1" presStyleIdx="2" presStyleCnt="3">
        <dgm:presLayoutVars>
          <dgm:bulletEnabled val="1"/>
        </dgm:presLayoutVars>
      </dgm:prSet>
      <dgm:spPr/>
    </dgm:pt>
  </dgm:ptLst>
  <dgm:cxnLst>
    <dgm:cxn modelId="{C7909E00-691A-C347-B337-D893AE2A2AE2}" type="presOf" srcId="{684A1053-C41C-7B4D-99C9-CF1E5C58907D}" destId="{331F1E2F-7DC2-F346-9D2E-CBBAF78F5FF9}" srcOrd="0" destOrd="0" presId="urn:microsoft.com/office/officeart/2005/8/layout/radial1"/>
    <dgm:cxn modelId="{EC336D14-09E9-9C48-BFF8-27309555EABE}" type="presOf" srcId="{970C3DCC-F4CB-C042-97D5-F83B3A1914F5}" destId="{0D4A9020-10B6-3D43-BB28-01B8D5763F00}" srcOrd="1" destOrd="0" presId="urn:microsoft.com/office/officeart/2005/8/layout/radial1"/>
    <dgm:cxn modelId="{CBCF3615-6911-3745-8895-F631589AA6A2}" type="presOf" srcId="{42BF0700-8342-E041-A6E0-7CA23BD9F151}" destId="{0B076C55-E08C-2D48-88FE-529941A1B7FD}" srcOrd="0" destOrd="0" presId="urn:microsoft.com/office/officeart/2005/8/layout/radial1"/>
    <dgm:cxn modelId="{F7537D2B-03B4-404E-AD21-175E634E75F3}" type="presOf" srcId="{9A361EE0-6A4A-5C40-9B9B-B5EE75B954B5}" destId="{CA71CA5F-E8EA-F944-A9C7-AA9AD6726FC3}" srcOrd="0" destOrd="0" presId="urn:microsoft.com/office/officeart/2005/8/layout/radial1"/>
    <dgm:cxn modelId="{A91F533A-CB05-DD4B-B490-F6D58B397BBF}" type="presOf" srcId="{3417CCE3-8ADE-7142-B61E-741B5B986AEC}" destId="{0914C75D-8AB7-F845-BEA3-83AB771FE885}" srcOrd="0" destOrd="0" presId="urn:microsoft.com/office/officeart/2005/8/layout/radial1"/>
    <dgm:cxn modelId="{3AF8D662-8F47-344D-9FFF-222FAA78D7F6}" srcId="{684A1053-C41C-7B4D-99C9-CF1E5C58907D}" destId="{26202CFB-B170-304D-B690-6E5454D90DE9}" srcOrd="0" destOrd="0" parTransId="{8A808211-50B1-0F4D-9CA4-C68EE290AA33}" sibTransId="{115A3DFB-DDCD-5848-B79D-75502B81AE12}"/>
    <dgm:cxn modelId="{0E22674F-1633-6844-90FF-97441A3316F9}" type="presOf" srcId="{86A8FC74-81FD-B14B-9761-017B6A4874F2}" destId="{AF468506-2F38-714E-A969-FB47D4777A60}" srcOrd="0" destOrd="0" presId="urn:microsoft.com/office/officeart/2005/8/layout/radial1"/>
    <dgm:cxn modelId="{B3DCAC76-635A-3A46-A135-127E3C8D2416}" type="presOf" srcId="{86A8FC74-81FD-B14B-9761-017B6A4874F2}" destId="{2B012A57-4BE9-BE45-A15A-ABB3C9842781}" srcOrd="1" destOrd="0" presId="urn:microsoft.com/office/officeart/2005/8/layout/radial1"/>
    <dgm:cxn modelId="{4B5B8A77-83EA-9A4E-8552-2C514E814795}" srcId="{26202CFB-B170-304D-B690-6E5454D90DE9}" destId="{42BF0700-8342-E041-A6E0-7CA23BD9F151}" srcOrd="1" destOrd="0" parTransId="{970C3DCC-F4CB-C042-97D5-F83B3A1914F5}" sibTransId="{F9146DE1-D639-C64D-8F30-A4DD80B6DF84}"/>
    <dgm:cxn modelId="{97042782-0D46-164E-9CA9-8F77F002BDAE}" srcId="{26202CFB-B170-304D-B690-6E5454D90DE9}" destId="{EBA58382-39BF-124D-8B8F-3CF1B7DE9DA5}" srcOrd="0" destOrd="0" parTransId="{3417CCE3-8ADE-7142-B61E-741B5B986AEC}" sibTransId="{9444A2AF-8DA9-2749-978C-FEC952A0D1CC}"/>
    <dgm:cxn modelId="{0352B1CD-08BA-DC49-BC41-A747D77E5A66}" type="presOf" srcId="{EBA58382-39BF-124D-8B8F-3CF1B7DE9DA5}" destId="{43635774-1AFB-5541-BE7D-E0D08526FB70}" srcOrd="0" destOrd="0" presId="urn:microsoft.com/office/officeart/2005/8/layout/radial1"/>
    <dgm:cxn modelId="{F0DE09D8-DDFA-404B-BE4D-C56AD4CE6909}" type="presOf" srcId="{26202CFB-B170-304D-B690-6E5454D90DE9}" destId="{CAF45CFC-F53E-9249-B668-819F16BEE5E1}" srcOrd="0" destOrd="0" presId="urn:microsoft.com/office/officeart/2005/8/layout/radial1"/>
    <dgm:cxn modelId="{F2932CDC-81ED-E444-8462-F2291933936A}" srcId="{26202CFB-B170-304D-B690-6E5454D90DE9}" destId="{9A361EE0-6A4A-5C40-9B9B-B5EE75B954B5}" srcOrd="2" destOrd="0" parTransId="{86A8FC74-81FD-B14B-9761-017B6A4874F2}" sibTransId="{BF2345F7-5BCC-6441-BD5A-075669D3F2F1}"/>
    <dgm:cxn modelId="{C317FFEA-46A2-ED42-9952-701A0F9DA03A}" type="presOf" srcId="{970C3DCC-F4CB-C042-97D5-F83B3A1914F5}" destId="{53D422D5-5D37-4D40-8F73-1D6EE55A82BB}" srcOrd="0" destOrd="0" presId="urn:microsoft.com/office/officeart/2005/8/layout/radial1"/>
    <dgm:cxn modelId="{E08377F8-FEB2-F041-BAB7-50089CAC5532}" type="presOf" srcId="{3417CCE3-8ADE-7142-B61E-741B5B986AEC}" destId="{68DEAD7B-AA06-5D49-BEC9-B78DD7FC5388}" srcOrd="1" destOrd="0" presId="urn:microsoft.com/office/officeart/2005/8/layout/radial1"/>
    <dgm:cxn modelId="{E9C494E0-768D-974C-986A-BDFBB7652BCB}" type="presParOf" srcId="{331F1E2F-7DC2-F346-9D2E-CBBAF78F5FF9}" destId="{CAF45CFC-F53E-9249-B668-819F16BEE5E1}" srcOrd="0" destOrd="0" presId="urn:microsoft.com/office/officeart/2005/8/layout/radial1"/>
    <dgm:cxn modelId="{9DB6A908-995F-6540-AF99-999A810EA748}" type="presParOf" srcId="{331F1E2F-7DC2-F346-9D2E-CBBAF78F5FF9}" destId="{0914C75D-8AB7-F845-BEA3-83AB771FE885}" srcOrd="1" destOrd="0" presId="urn:microsoft.com/office/officeart/2005/8/layout/radial1"/>
    <dgm:cxn modelId="{970CF5BE-F5FC-9E4D-BE7E-9A8C7779402B}" type="presParOf" srcId="{0914C75D-8AB7-F845-BEA3-83AB771FE885}" destId="{68DEAD7B-AA06-5D49-BEC9-B78DD7FC5388}" srcOrd="0" destOrd="0" presId="urn:microsoft.com/office/officeart/2005/8/layout/radial1"/>
    <dgm:cxn modelId="{75DC3A96-3BFF-D248-92FE-CB219DD65D9D}" type="presParOf" srcId="{331F1E2F-7DC2-F346-9D2E-CBBAF78F5FF9}" destId="{43635774-1AFB-5541-BE7D-E0D08526FB70}" srcOrd="2" destOrd="0" presId="urn:microsoft.com/office/officeart/2005/8/layout/radial1"/>
    <dgm:cxn modelId="{0E3F3CB7-4314-5F49-986C-8AD91E1B920B}" type="presParOf" srcId="{331F1E2F-7DC2-F346-9D2E-CBBAF78F5FF9}" destId="{53D422D5-5D37-4D40-8F73-1D6EE55A82BB}" srcOrd="3" destOrd="0" presId="urn:microsoft.com/office/officeart/2005/8/layout/radial1"/>
    <dgm:cxn modelId="{3B44EEEB-F053-2C4A-BB7F-6CE59C78AA28}" type="presParOf" srcId="{53D422D5-5D37-4D40-8F73-1D6EE55A82BB}" destId="{0D4A9020-10B6-3D43-BB28-01B8D5763F00}" srcOrd="0" destOrd="0" presId="urn:microsoft.com/office/officeart/2005/8/layout/radial1"/>
    <dgm:cxn modelId="{D8DAA100-4200-0646-AC76-7BA68E15B403}" type="presParOf" srcId="{331F1E2F-7DC2-F346-9D2E-CBBAF78F5FF9}" destId="{0B076C55-E08C-2D48-88FE-529941A1B7FD}" srcOrd="4" destOrd="0" presId="urn:microsoft.com/office/officeart/2005/8/layout/radial1"/>
    <dgm:cxn modelId="{105CA601-03F1-094A-B9C1-D15577DAD6B7}" type="presParOf" srcId="{331F1E2F-7DC2-F346-9D2E-CBBAF78F5FF9}" destId="{AF468506-2F38-714E-A969-FB47D4777A60}" srcOrd="5" destOrd="0" presId="urn:microsoft.com/office/officeart/2005/8/layout/radial1"/>
    <dgm:cxn modelId="{F0563607-D6EE-C24F-884F-4668865ACC20}" type="presParOf" srcId="{AF468506-2F38-714E-A969-FB47D4777A60}" destId="{2B012A57-4BE9-BE45-A15A-ABB3C9842781}" srcOrd="0" destOrd="0" presId="urn:microsoft.com/office/officeart/2005/8/layout/radial1"/>
    <dgm:cxn modelId="{C337F66D-9709-6646-B6B6-89787E0B21B3}" type="presParOf" srcId="{331F1E2F-7DC2-F346-9D2E-CBBAF78F5FF9}" destId="{CA71CA5F-E8EA-F944-A9C7-AA9AD6726FC3}" srcOrd="6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26FDC62-B431-6F41-8D32-2CA51106F45E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56DFA291-8085-BF4A-B926-D83E1D0552A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Data preprocessing</a:t>
          </a:r>
          <a:endParaRPr lang="en-IN"/>
        </a:p>
      </dgm:t>
    </dgm:pt>
    <dgm:pt modelId="{97E64F77-E769-2743-8E65-8133D2BDB2E3}" type="parTrans" cxnId="{8377A8C5-0A68-9441-A3BD-86BF14BDC8C5}">
      <dgm:prSet/>
      <dgm:spPr/>
      <dgm:t>
        <a:bodyPr/>
        <a:lstStyle/>
        <a:p>
          <a:endParaRPr lang="en-GB"/>
        </a:p>
      </dgm:t>
    </dgm:pt>
    <dgm:pt modelId="{A29799E2-4A20-6845-8D6E-64D1A52D37E8}" type="sibTrans" cxnId="{8377A8C5-0A68-9441-A3BD-86BF14BDC8C5}">
      <dgm:prSet/>
      <dgm:spPr/>
      <dgm:t>
        <a:bodyPr/>
        <a:lstStyle/>
        <a:p>
          <a:endParaRPr lang="en-GB"/>
        </a:p>
      </dgm:t>
    </dgm:pt>
    <dgm:pt modelId="{D1C1C54F-B1A1-4648-99CE-181DECD319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Remove incomplete data and outliers</a:t>
          </a:r>
          <a:endParaRPr lang="en-IN"/>
        </a:p>
      </dgm:t>
    </dgm:pt>
    <dgm:pt modelId="{3C89BA38-D02D-A14F-BEFE-A750880E4E90}" type="parTrans" cxnId="{021CDC6D-5106-C649-9EF1-A0323FA6646C}">
      <dgm:prSet/>
      <dgm:spPr/>
      <dgm:t>
        <a:bodyPr/>
        <a:lstStyle/>
        <a:p>
          <a:endParaRPr lang="en-GB"/>
        </a:p>
      </dgm:t>
    </dgm:pt>
    <dgm:pt modelId="{42A273D3-C361-2D44-83A3-47021E83AAB5}" type="sibTrans" cxnId="{021CDC6D-5106-C649-9EF1-A0323FA6646C}">
      <dgm:prSet/>
      <dgm:spPr/>
      <dgm:t>
        <a:bodyPr/>
        <a:lstStyle/>
        <a:p>
          <a:endParaRPr lang="en-GB"/>
        </a:p>
      </dgm:t>
    </dgm:pt>
    <dgm:pt modelId="{7B159C86-4915-8B45-AF53-DCAED3A50D4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Handle missing values (interpolation)</a:t>
          </a:r>
          <a:endParaRPr lang="en-IN"/>
        </a:p>
      </dgm:t>
    </dgm:pt>
    <dgm:pt modelId="{7028E21D-1DDF-4C42-8949-18925DC61563}" type="parTrans" cxnId="{9E8A3250-C8D0-B64A-B1DD-BF2C26261895}">
      <dgm:prSet/>
      <dgm:spPr/>
      <dgm:t>
        <a:bodyPr/>
        <a:lstStyle/>
        <a:p>
          <a:endParaRPr lang="en-GB"/>
        </a:p>
      </dgm:t>
    </dgm:pt>
    <dgm:pt modelId="{04C02384-7813-0F44-85C2-B48D98D2EE53}" type="sibTrans" cxnId="{9E8A3250-C8D0-B64A-B1DD-BF2C26261895}">
      <dgm:prSet/>
      <dgm:spPr/>
      <dgm:t>
        <a:bodyPr/>
        <a:lstStyle/>
        <a:p>
          <a:endParaRPr lang="en-GB"/>
        </a:p>
      </dgm:t>
    </dgm:pt>
    <dgm:pt modelId="{6EA3F4C1-477E-764A-A47F-C096779953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Normalize data (min-max / standard scaling)</a:t>
          </a:r>
          <a:endParaRPr lang="en-IN"/>
        </a:p>
      </dgm:t>
    </dgm:pt>
    <dgm:pt modelId="{0B12C8AF-1271-FD48-BF24-5F0F74EBDBA1}" type="parTrans" cxnId="{6D7F0393-C74E-C04B-8626-C0DB779660F8}">
      <dgm:prSet/>
      <dgm:spPr/>
      <dgm:t>
        <a:bodyPr/>
        <a:lstStyle/>
        <a:p>
          <a:endParaRPr lang="en-GB"/>
        </a:p>
      </dgm:t>
    </dgm:pt>
    <dgm:pt modelId="{E8C8A126-6CC4-0346-9317-949F23D7F593}" type="sibTrans" cxnId="{6D7F0393-C74E-C04B-8626-C0DB779660F8}">
      <dgm:prSet/>
      <dgm:spPr/>
      <dgm:t>
        <a:bodyPr/>
        <a:lstStyle/>
        <a:p>
          <a:endParaRPr lang="en-GB"/>
        </a:p>
      </dgm:t>
    </dgm:pt>
    <dgm:pt modelId="{A81D6D59-12DC-7043-B3B7-6E7AE27522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Train-test split (70-80% /20-30%)</a:t>
          </a:r>
          <a:endParaRPr lang="en-IN"/>
        </a:p>
      </dgm:t>
    </dgm:pt>
    <dgm:pt modelId="{E53B9973-4B8B-9347-A4E7-8DC051EF8F30}" type="parTrans" cxnId="{9909FAEA-7DC7-E74B-ADB5-E7E93AEAC1FF}">
      <dgm:prSet/>
      <dgm:spPr/>
      <dgm:t>
        <a:bodyPr/>
        <a:lstStyle/>
        <a:p>
          <a:endParaRPr lang="en-GB"/>
        </a:p>
      </dgm:t>
    </dgm:pt>
    <dgm:pt modelId="{38581323-F1CB-EB43-B084-1FC591ABE0EE}" type="sibTrans" cxnId="{9909FAEA-7DC7-E74B-ADB5-E7E93AEAC1FF}">
      <dgm:prSet/>
      <dgm:spPr/>
      <dgm:t>
        <a:bodyPr/>
        <a:lstStyle/>
        <a:p>
          <a:endParaRPr lang="en-GB"/>
        </a:p>
      </dgm:t>
    </dgm:pt>
    <dgm:pt modelId="{AE6EA887-A0EF-8F48-B358-3966B61E323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Feature extraction </a:t>
          </a:r>
          <a:endParaRPr lang="en-IN"/>
        </a:p>
      </dgm:t>
    </dgm:pt>
    <dgm:pt modelId="{6F38A733-0A73-154F-AEC7-334A549168D9}" type="parTrans" cxnId="{0B86C29F-7639-D34B-A4F4-9B7ED71075A9}">
      <dgm:prSet/>
      <dgm:spPr/>
      <dgm:t>
        <a:bodyPr/>
        <a:lstStyle/>
        <a:p>
          <a:endParaRPr lang="en-GB"/>
        </a:p>
      </dgm:t>
    </dgm:pt>
    <dgm:pt modelId="{C9DEE675-2646-8E4F-8375-6F236661558C}" type="sibTrans" cxnId="{0B86C29F-7639-D34B-A4F4-9B7ED71075A9}">
      <dgm:prSet/>
      <dgm:spPr/>
      <dgm:t>
        <a:bodyPr/>
        <a:lstStyle/>
        <a:p>
          <a:endParaRPr lang="en-GB"/>
        </a:p>
      </dgm:t>
    </dgm:pt>
    <dgm:pt modelId="{85B5913D-0889-BE44-90ED-E830AF0A97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Extract cycle-based features:</a:t>
          </a:r>
          <a:endParaRPr lang="en-IN"/>
        </a:p>
      </dgm:t>
    </dgm:pt>
    <dgm:pt modelId="{D1A34159-D9F7-DD42-A04A-4675CC8A1D3B}" type="parTrans" cxnId="{63010D7F-F534-6045-BE51-3676FE216432}">
      <dgm:prSet/>
      <dgm:spPr/>
      <dgm:t>
        <a:bodyPr/>
        <a:lstStyle/>
        <a:p>
          <a:endParaRPr lang="en-GB"/>
        </a:p>
      </dgm:t>
    </dgm:pt>
    <dgm:pt modelId="{6671457A-48BC-EB41-B321-D7BA784C541A}" type="sibTrans" cxnId="{63010D7F-F534-6045-BE51-3676FE216432}">
      <dgm:prSet/>
      <dgm:spPr/>
      <dgm:t>
        <a:bodyPr/>
        <a:lstStyle/>
        <a:p>
          <a:endParaRPr lang="en-GB"/>
        </a:p>
      </dgm:t>
    </dgm:pt>
    <dgm:pt modelId="{D6DAD812-5D63-464A-BF4B-7CA4A16206C5}">
      <dgm:prSet/>
      <dgm:spPr/>
      <dgm:t>
        <a:bodyPr/>
        <a:lstStyle/>
        <a:p>
          <a:pPr>
            <a:buClr>
              <a:srgbClr val="13B4B3"/>
            </a:buClr>
          </a:pPr>
          <a:r>
            <a:rPr lang="en-US"/>
            <a:t>Voltage (max, min, ΔV)</a:t>
          </a:r>
          <a:endParaRPr lang="en-IN"/>
        </a:p>
      </dgm:t>
    </dgm:pt>
    <dgm:pt modelId="{46C084CE-1206-A744-809E-A5D4FF954775}" type="parTrans" cxnId="{18EE63DB-EB52-A547-9C99-84B5930855B2}">
      <dgm:prSet/>
      <dgm:spPr/>
      <dgm:t>
        <a:bodyPr/>
        <a:lstStyle/>
        <a:p>
          <a:endParaRPr lang="en-GB"/>
        </a:p>
      </dgm:t>
    </dgm:pt>
    <dgm:pt modelId="{E6823173-53FE-EF4E-9951-4E5FC0F850E1}" type="sibTrans" cxnId="{18EE63DB-EB52-A547-9C99-84B5930855B2}">
      <dgm:prSet/>
      <dgm:spPr/>
      <dgm:t>
        <a:bodyPr/>
        <a:lstStyle/>
        <a:p>
          <a:endParaRPr lang="en-GB"/>
        </a:p>
      </dgm:t>
    </dgm:pt>
    <dgm:pt modelId="{48A5B8FA-BC23-DD4B-A4B3-A7CBA1654999}">
      <dgm:prSet/>
      <dgm:spPr/>
      <dgm:t>
        <a:bodyPr/>
        <a:lstStyle/>
        <a:p>
          <a:pPr>
            <a:buClr>
              <a:srgbClr val="13B4B3"/>
            </a:buClr>
          </a:pPr>
          <a:r>
            <a:rPr lang="en-US"/>
            <a:t>Capacity (charge/discharge, fade)</a:t>
          </a:r>
          <a:endParaRPr lang="en-IN"/>
        </a:p>
      </dgm:t>
    </dgm:pt>
    <dgm:pt modelId="{1489E207-00C6-6F4B-BA28-36EED65CDC56}" type="parTrans" cxnId="{686B88C2-0B01-754C-A468-A823BCAE0014}">
      <dgm:prSet/>
      <dgm:spPr/>
      <dgm:t>
        <a:bodyPr/>
        <a:lstStyle/>
        <a:p>
          <a:endParaRPr lang="en-GB"/>
        </a:p>
      </dgm:t>
    </dgm:pt>
    <dgm:pt modelId="{117BEC95-F5F5-0245-A2BE-891CBEE27E0D}" type="sibTrans" cxnId="{686B88C2-0B01-754C-A468-A823BCAE0014}">
      <dgm:prSet/>
      <dgm:spPr/>
      <dgm:t>
        <a:bodyPr/>
        <a:lstStyle/>
        <a:p>
          <a:endParaRPr lang="en-GB"/>
        </a:p>
      </dgm:t>
    </dgm:pt>
    <dgm:pt modelId="{EDFB3DFB-DFB8-B445-B07E-BBDF79A20E20}">
      <dgm:prSet/>
      <dgm:spPr/>
      <dgm:t>
        <a:bodyPr/>
        <a:lstStyle/>
        <a:p>
          <a:pPr>
            <a:buClr>
              <a:srgbClr val="13B4B3"/>
            </a:buClr>
          </a:pPr>
          <a:r>
            <a:rPr lang="en-US"/>
            <a:t>Temperature (mean, variation)</a:t>
          </a:r>
          <a:endParaRPr lang="en-IN"/>
        </a:p>
      </dgm:t>
    </dgm:pt>
    <dgm:pt modelId="{6CBB1619-EFC0-DF4E-BC27-561E73692AD5}" type="parTrans" cxnId="{75C65E71-1942-0846-831D-C7B2AC828138}">
      <dgm:prSet/>
      <dgm:spPr/>
      <dgm:t>
        <a:bodyPr/>
        <a:lstStyle/>
        <a:p>
          <a:endParaRPr lang="en-GB"/>
        </a:p>
      </dgm:t>
    </dgm:pt>
    <dgm:pt modelId="{FE5FEE5E-6F1B-FC4D-9AA0-A63D25EC3D97}" type="sibTrans" cxnId="{75C65E71-1942-0846-831D-C7B2AC828138}">
      <dgm:prSet/>
      <dgm:spPr/>
      <dgm:t>
        <a:bodyPr/>
        <a:lstStyle/>
        <a:p>
          <a:endParaRPr lang="en-GB"/>
        </a:p>
      </dgm:t>
    </dgm:pt>
    <dgm:pt modelId="{723FE116-A034-A94C-BABE-B666A97900F4}">
      <dgm:prSet/>
      <dgm:spPr/>
      <dgm:t>
        <a:bodyPr/>
        <a:lstStyle/>
        <a:p>
          <a:pPr>
            <a:buClr>
              <a:srgbClr val="13B4B3"/>
            </a:buClr>
          </a:pPr>
          <a:r>
            <a:rPr lang="en-US"/>
            <a:t>Time (charge/discharge duration)</a:t>
          </a:r>
          <a:endParaRPr lang="en-IN"/>
        </a:p>
      </dgm:t>
    </dgm:pt>
    <dgm:pt modelId="{70B3C338-1A0B-644C-9B5D-224BCB1167A4}" type="parTrans" cxnId="{07D61378-A71A-3B45-AEFD-4B65EA51EF6F}">
      <dgm:prSet/>
      <dgm:spPr/>
      <dgm:t>
        <a:bodyPr/>
        <a:lstStyle/>
        <a:p>
          <a:endParaRPr lang="en-GB"/>
        </a:p>
      </dgm:t>
    </dgm:pt>
    <dgm:pt modelId="{3073FD16-6B81-5144-88F5-9BF734C3CFF5}" type="sibTrans" cxnId="{07D61378-A71A-3B45-AEFD-4B65EA51EF6F}">
      <dgm:prSet/>
      <dgm:spPr/>
      <dgm:t>
        <a:bodyPr/>
        <a:lstStyle/>
        <a:p>
          <a:endParaRPr lang="en-GB"/>
        </a:p>
      </dgm:t>
    </dgm:pt>
    <dgm:pt modelId="{3992AAC8-0932-0F4E-8F0A-F5DE3AC86E27}">
      <dgm:prSet/>
      <dgm:spPr/>
      <dgm:t>
        <a:bodyPr/>
        <a:lstStyle/>
        <a:p>
          <a:pPr>
            <a:buClr>
              <a:srgbClr val="13B4B3"/>
            </a:buClr>
          </a:pPr>
          <a:r>
            <a:rPr lang="en-US"/>
            <a:t>Internal resistance</a:t>
          </a:r>
          <a:endParaRPr lang="en-IN"/>
        </a:p>
      </dgm:t>
    </dgm:pt>
    <dgm:pt modelId="{E4C0B992-B1BD-1E41-81A3-0E78B3C0B51C}" type="parTrans" cxnId="{21738A96-456B-6042-9006-FA7AF8A13476}">
      <dgm:prSet/>
      <dgm:spPr/>
      <dgm:t>
        <a:bodyPr/>
        <a:lstStyle/>
        <a:p>
          <a:endParaRPr lang="en-GB"/>
        </a:p>
      </dgm:t>
    </dgm:pt>
    <dgm:pt modelId="{B8620CF8-C005-5245-A395-C40F2C17FDA6}" type="sibTrans" cxnId="{21738A96-456B-6042-9006-FA7AF8A13476}">
      <dgm:prSet/>
      <dgm:spPr/>
      <dgm:t>
        <a:bodyPr/>
        <a:lstStyle/>
        <a:p>
          <a:endParaRPr lang="en-GB"/>
        </a:p>
      </dgm:t>
    </dgm:pt>
    <dgm:pt modelId="{462482F6-644D-4978-B406-5F04047595C7}" type="pres">
      <dgm:prSet presAssocID="{326FDC62-B431-6F41-8D32-2CA51106F45E}" presName="root" presStyleCnt="0">
        <dgm:presLayoutVars>
          <dgm:dir/>
          <dgm:resizeHandles val="exact"/>
        </dgm:presLayoutVars>
      </dgm:prSet>
      <dgm:spPr/>
    </dgm:pt>
    <dgm:pt modelId="{E17C75AB-0C17-40AD-9A91-97A0962149F5}" type="pres">
      <dgm:prSet presAssocID="{56DFA291-8085-BF4A-B926-D83E1D0552A9}" presName="compNode" presStyleCnt="0"/>
      <dgm:spPr/>
    </dgm:pt>
    <dgm:pt modelId="{03C5178B-2090-4DD1-82EA-E4CC2BBB7D93}" type="pres">
      <dgm:prSet presAssocID="{56DFA291-8085-BF4A-B926-D83E1D0552A9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44F89749-B84B-4370-9DB2-AF7DE9B2BD21}" type="pres">
      <dgm:prSet presAssocID="{56DFA291-8085-BF4A-B926-D83E1D0552A9}" presName="iconSpace" presStyleCnt="0"/>
      <dgm:spPr/>
    </dgm:pt>
    <dgm:pt modelId="{D47E4DA6-2F49-467D-BB5F-0E9299C5128F}" type="pres">
      <dgm:prSet presAssocID="{56DFA291-8085-BF4A-B926-D83E1D0552A9}" presName="parTx" presStyleLbl="revTx" presStyleIdx="0" presStyleCnt="4">
        <dgm:presLayoutVars>
          <dgm:chMax val="0"/>
          <dgm:chPref val="0"/>
        </dgm:presLayoutVars>
      </dgm:prSet>
      <dgm:spPr/>
    </dgm:pt>
    <dgm:pt modelId="{07501E6F-4969-473F-9929-B43D49ACC00F}" type="pres">
      <dgm:prSet presAssocID="{56DFA291-8085-BF4A-B926-D83E1D0552A9}" presName="txSpace" presStyleCnt="0"/>
      <dgm:spPr/>
    </dgm:pt>
    <dgm:pt modelId="{C5126900-240D-4DA8-82A4-878D355E9BDE}" type="pres">
      <dgm:prSet presAssocID="{56DFA291-8085-BF4A-B926-D83E1D0552A9}" presName="desTx" presStyleLbl="revTx" presStyleIdx="1" presStyleCnt="4">
        <dgm:presLayoutVars/>
      </dgm:prSet>
      <dgm:spPr/>
    </dgm:pt>
    <dgm:pt modelId="{A2444426-03E4-495A-AEE3-3E37E8401E29}" type="pres">
      <dgm:prSet presAssocID="{A29799E2-4A20-6845-8D6E-64D1A52D37E8}" presName="sibTrans" presStyleCnt="0"/>
      <dgm:spPr/>
    </dgm:pt>
    <dgm:pt modelId="{8CC64C8F-6224-44AD-A6F9-565B15933983}" type="pres">
      <dgm:prSet presAssocID="{AE6EA887-A0EF-8F48-B358-3966B61E3233}" presName="compNode" presStyleCnt="0"/>
      <dgm:spPr/>
    </dgm:pt>
    <dgm:pt modelId="{5B3B2B8F-CCE8-4BC4-B193-D745D801D80F}" type="pres">
      <dgm:prSet presAssocID="{AE6EA887-A0EF-8F48-B358-3966B61E3233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gh Voltage"/>
        </a:ext>
      </dgm:extLst>
    </dgm:pt>
    <dgm:pt modelId="{83930ED4-30F8-4590-A4E0-91309533D675}" type="pres">
      <dgm:prSet presAssocID="{AE6EA887-A0EF-8F48-B358-3966B61E3233}" presName="iconSpace" presStyleCnt="0"/>
      <dgm:spPr/>
    </dgm:pt>
    <dgm:pt modelId="{4B7C65F1-D034-43CB-B7C4-9AD494CAC03E}" type="pres">
      <dgm:prSet presAssocID="{AE6EA887-A0EF-8F48-B358-3966B61E3233}" presName="parTx" presStyleLbl="revTx" presStyleIdx="2" presStyleCnt="4">
        <dgm:presLayoutVars>
          <dgm:chMax val="0"/>
          <dgm:chPref val="0"/>
        </dgm:presLayoutVars>
      </dgm:prSet>
      <dgm:spPr/>
    </dgm:pt>
    <dgm:pt modelId="{A5E613A9-ED91-4D4F-ADB8-C147FF3F29CF}" type="pres">
      <dgm:prSet presAssocID="{AE6EA887-A0EF-8F48-B358-3966B61E3233}" presName="txSpace" presStyleCnt="0"/>
      <dgm:spPr/>
    </dgm:pt>
    <dgm:pt modelId="{E6F0406D-4D44-428D-BCE8-FE2074A5BA06}" type="pres">
      <dgm:prSet presAssocID="{AE6EA887-A0EF-8F48-B358-3966B61E3233}" presName="desTx" presStyleLbl="revTx" presStyleIdx="3" presStyleCnt="4">
        <dgm:presLayoutVars/>
      </dgm:prSet>
      <dgm:spPr/>
    </dgm:pt>
  </dgm:ptLst>
  <dgm:cxnLst>
    <dgm:cxn modelId="{106E8818-D927-0444-9BE7-B11F1CFA0464}" type="presOf" srcId="{7B159C86-4915-8B45-AF53-DCAED3A50D4D}" destId="{C5126900-240D-4DA8-82A4-878D355E9BDE}" srcOrd="0" destOrd="1" presId="urn:microsoft.com/office/officeart/2018/2/layout/IconLabelDescriptionList"/>
    <dgm:cxn modelId="{9F151B29-E1A4-1D45-A553-7E92B72D0838}" type="presOf" srcId="{85B5913D-0889-BE44-90ED-E830AF0A97AD}" destId="{E6F0406D-4D44-428D-BCE8-FE2074A5BA06}" srcOrd="0" destOrd="0" presId="urn:microsoft.com/office/officeart/2018/2/layout/IconLabelDescriptionList"/>
    <dgm:cxn modelId="{DE6FD22A-86E3-B64B-B28D-DA35EF6F9C20}" type="presOf" srcId="{326FDC62-B431-6F41-8D32-2CA51106F45E}" destId="{462482F6-644D-4978-B406-5F04047595C7}" srcOrd="0" destOrd="0" presId="urn:microsoft.com/office/officeart/2018/2/layout/IconLabelDescriptionList"/>
    <dgm:cxn modelId="{6E47835F-5ED0-7542-B277-45BFDA3DCEB2}" type="presOf" srcId="{D6DAD812-5D63-464A-BF4B-7CA4A16206C5}" destId="{E6F0406D-4D44-428D-BCE8-FE2074A5BA06}" srcOrd="0" destOrd="1" presId="urn:microsoft.com/office/officeart/2018/2/layout/IconLabelDescriptionList"/>
    <dgm:cxn modelId="{021CDC6D-5106-C649-9EF1-A0323FA6646C}" srcId="{56DFA291-8085-BF4A-B926-D83E1D0552A9}" destId="{D1C1C54F-B1A1-4648-99CE-181DECD31991}" srcOrd="0" destOrd="0" parTransId="{3C89BA38-D02D-A14F-BEFE-A750880E4E90}" sibTransId="{42A273D3-C361-2D44-83A3-47021E83AAB5}"/>
    <dgm:cxn modelId="{9E8A3250-C8D0-B64A-B1DD-BF2C26261895}" srcId="{56DFA291-8085-BF4A-B926-D83E1D0552A9}" destId="{7B159C86-4915-8B45-AF53-DCAED3A50D4D}" srcOrd="1" destOrd="0" parTransId="{7028E21D-1DDF-4C42-8949-18925DC61563}" sibTransId="{04C02384-7813-0F44-85C2-B48D98D2EE53}"/>
    <dgm:cxn modelId="{75C65E71-1942-0846-831D-C7B2AC828138}" srcId="{85B5913D-0889-BE44-90ED-E830AF0A97AD}" destId="{EDFB3DFB-DFB8-B445-B07E-BBDF79A20E20}" srcOrd="2" destOrd="0" parTransId="{6CBB1619-EFC0-DF4E-BC27-561E73692AD5}" sibTransId="{FE5FEE5E-6F1B-FC4D-9AA0-A63D25EC3D97}"/>
    <dgm:cxn modelId="{B49EDC53-C79F-9941-A34D-52599182DF46}" type="presOf" srcId="{A81D6D59-12DC-7043-B3B7-6E7AE275226C}" destId="{C5126900-240D-4DA8-82A4-878D355E9BDE}" srcOrd="0" destOrd="3" presId="urn:microsoft.com/office/officeart/2018/2/layout/IconLabelDescriptionList"/>
    <dgm:cxn modelId="{07D61378-A71A-3B45-AEFD-4B65EA51EF6F}" srcId="{85B5913D-0889-BE44-90ED-E830AF0A97AD}" destId="{723FE116-A034-A94C-BABE-B666A97900F4}" srcOrd="3" destOrd="0" parTransId="{70B3C338-1A0B-644C-9B5D-224BCB1167A4}" sibTransId="{3073FD16-6B81-5144-88F5-9BF734C3CFF5}"/>
    <dgm:cxn modelId="{829A515A-2C93-E04A-A608-79BBB7FF1B29}" type="presOf" srcId="{AE6EA887-A0EF-8F48-B358-3966B61E3233}" destId="{4B7C65F1-D034-43CB-B7C4-9AD494CAC03E}" srcOrd="0" destOrd="0" presId="urn:microsoft.com/office/officeart/2018/2/layout/IconLabelDescriptionList"/>
    <dgm:cxn modelId="{63010D7F-F534-6045-BE51-3676FE216432}" srcId="{AE6EA887-A0EF-8F48-B358-3966B61E3233}" destId="{85B5913D-0889-BE44-90ED-E830AF0A97AD}" srcOrd="0" destOrd="0" parTransId="{D1A34159-D9F7-DD42-A04A-4675CC8A1D3B}" sibTransId="{6671457A-48BC-EB41-B321-D7BA784C541A}"/>
    <dgm:cxn modelId="{87524D88-18BD-C94D-8F40-624F263550FF}" type="presOf" srcId="{6EA3F4C1-477E-764A-A47F-C096779953D2}" destId="{C5126900-240D-4DA8-82A4-878D355E9BDE}" srcOrd="0" destOrd="2" presId="urn:microsoft.com/office/officeart/2018/2/layout/IconLabelDescriptionList"/>
    <dgm:cxn modelId="{38D22A8A-175B-664C-BBFA-9DC1C008B66C}" type="presOf" srcId="{EDFB3DFB-DFB8-B445-B07E-BBDF79A20E20}" destId="{E6F0406D-4D44-428D-BCE8-FE2074A5BA06}" srcOrd="0" destOrd="3" presId="urn:microsoft.com/office/officeart/2018/2/layout/IconLabelDescriptionList"/>
    <dgm:cxn modelId="{6D7F0393-C74E-C04B-8626-C0DB779660F8}" srcId="{56DFA291-8085-BF4A-B926-D83E1D0552A9}" destId="{6EA3F4C1-477E-764A-A47F-C096779953D2}" srcOrd="2" destOrd="0" parTransId="{0B12C8AF-1271-FD48-BF24-5F0F74EBDBA1}" sibTransId="{E8C8A126-6CC4-0346-9317-949F23D7F593}"/>
    <dgm:cxn modelId="{21738A96-456B-6042-9006-FA7AF8A13476}" srcId="{85B5913D-0889-BE44-90ED-E830AF0A97AD}" destId="{3992AAC8-0932-0F4E-8F0A-F5DE3AC86E27}" srcOrd="4" destOrd="0" parTransId="{E4C0B992-B1BD-1E41-81A3-0E78B3C0B51C}" sibTransId="{B8620CF8-C005-5245-A395-C40F2C17FDA6}"/>
    <dgm:cxn modelId="{12851A9D-38DA-014C-8174-4324C35A9057}" type="presOf" srcId="{3992AAC8-0932-0F4E-8F0A-F5DE3AC86E27}" destId="{E6F0406D-4D44-428D-BCE8-FE2074A5BA06}" srcOrd="0" destOrd="5" presId="urn:microsoft.com/office/officeart/2018/2/layout/IconLabelDescriptionList"/>
    <dgm:cxn modelId="{0B86C29F-7639-D34B-A4F4-9B7ED71075A9}" srcId="{326FDC62-B431-6F41-8D32-2CA51106F45E}" destId="{AE6EA887-A0EF-8F48-B358-3966B61E3233}" srcOrd="1" destOrd="0" parTransId="{6F38A733-0A73-154F-AEC7-334A549168D9}" sibTransId="{C9DEE675-2646-8E4F-8375-6F236661558C}"/>
    <dgm:cxn modelId="{864ABABB-9F2F-C849-9086-6E7EC8F18A2D}" type="presOf" srcId="{48A5B8FA-BC23-DD4B-A4B3-A7CBA1654999}" destId="{E6F0406D-4D44-428D-BCE8-FE2074A5BA06}" srcOrd="0" destOrd="2" presId="urn:microsoft.com/office/officeart/2018/2/layout/IconLabelDescriptionList"/>
    <dgm:cxn modelId="{686B88C2-0B01-754C-A468-A823BCAE0014}" srcId="{85B5913D-0889-BE44-90ED-E830AF0A97AD}" destId="{48A5B8FA-BC23-DD4B-A4B3-A7CBA1654999}" srcOrd="1" destOrd="0" parTransId="{1489E207-00C6-6F4B-BA28-36EED65CDC56}" sibTransId="{117BEC95-F5F5-0245-A2BE-891CBEE27E0D}"/>
    <dgm:cxn modelId="{8377A8C5-0A68-9441-A3BD-86BF14BDC8C5}" srcId="{326FDC62-B431-6F41-8D32-2CA51106F45E}" destId="{56DFA291-8085-BF4A-B926-D83E1D0552A9}" srcOrd="0" destOrd="0" parTransId="{97E64F77-E769-2743-8E65-8133D2BDB2E3}" sibTransId="{A29799E2-4A20-6845-8D6E-64D1A52D37E8}"/>
    <dgm:cxn modelId="{927FBDC5-DCC6-9D4B-A203-C61EBFD867D6}" type="presOf" srcId="{723FE116-A034-A94C-BABE-B666A97900F4}" destId="{E6F0406D-4D44-428D-BCE8-FE2074A5BA06}" srcOrd="0" destOrd="4" presId="urn:microsoft.com/office/officeart/2018/2/layout/IconLabelDescriptionList"/>
    <dgm:cxn modelId="{18EE63DB-EB52-A547-9C99-84B5930855B2}" srcId="{85B5913D-0889-BE44-90ED-E830AF0A97AD}" destId="{D6DAD812-5D63-464A-BF4B-7CA4A16206C5}" srcOrd="0" destOrd="0" parTransId="{46C084CE-1206-A744-809E-A5D4FF954775}" sibTransId="{E6823173-53FE-EF4E-9951-4E5FC0F850E1}"/>
    <dgm:cxn modelId="{9909FAEA-7DC7-E74B-ADB5-E7E93AEAC1FF}" srcId="{56DFA291-8085-BF4A-B926-D83E1D0552A9}" destId="{A81D6D59-12DC-7043-B3B7-6E7AE275226C}" srcOrd="3" destOrd="0" parTransId="{E53B9973-4B8B-9347-A4E7-8DC051EF8F30}" sibTransId="{38581323-F1CB-EB43-B084-1FC591ABE0EE}"/>
    <dgm:cxn modelId="{A24B5DEF-59AC-1C4C-A0B1-A829F9F124AB}" type="presOf" srcId="{D1C1C54F-B1A1-4648-99CE-181DECD31991}" destId="{C5126900-240D-4DA8-82A4-878D355E9BDE}" srcOrd="0" destOrd="0" presId="urn:microsoft.com/office/officeart/2018/2/layout/IconLabelDescriptionList"/>
    <dgm:cxn modelId="{83A896FD-36BC-724E-A903-1668E50EF3C0}" type="presOf" srcId="{56DFA291-8085-BF4A-B926-D83E1D0552A9}" destId="{D47E4DA6-2F49-467D-BB5F-0E9299C5128F}" srcOrd="0" destOrd="0" presId="urn:microsoft.com/office/officeart/2018/2/layout/IconLabelDescriptionList"/>
    <dgm:cxn modelId="{F3F7BAB4-3177-9B45-BC80-875135128F82}" type="presParOf" srcId="{462482F6-644D-4978-B406-5F04047595C7}" destId="{E17C75AB-0C17-40AD-9A91-97A0962149F5}" srcOrd="0" destOrd="0" presId="urn:microsoft.com/office/officeart/2018/2/layout/IconLabelDescriptionList"/>
    <dgm:cxn modelId="{733A0E60-2D3C-1140-9B47-D73AF5E2363E}" type="presParOf" srcId="{E17C75AB-0C17-40AD-9A91-97A0962149F5}" destId="{03C5178B-2090-4DD1-82EA-E4CC2BBB7D93}" srcOrd="0" destOrd="0" presId="urn:microsoft.com/office/officeart/2018/2/layout/IconLabelDescriptionList"/>
    <dgm:cxn modelId="{6BA4CC56-545F-6140-9AFB-8ED25B4BC4D2}" type="presParOf" srcId="{E17C75AB-0C17-40AD-9A91-97A0962149F5}" destId="{44F89749-B84B-4370-9DB2-AF7DE9B2BD21}" srcOrd="1" destOrd="0" presId="urn:microsoft.com/office/officeart/2018/2/layout/IconLabelDescriptionList"/>
    <dgm:cxn modelId="{DAEF37F2-2556-0944-BA9C-9DC842E4C043}" type="presParOf" srcId="{E17C75AB-0C17-40AD-9A91-97A0962149F5}" destId="{D47E4DA6-2F49-467D-BB5F-0E9299C5128F}" srcOrd="2" destOrd="0" presId="urn:microsoft.com/office/officeart/2018/2/layout/IconLabelDescriptionList"/>
    <dgm:cxn modelId="{64313546-0A7F-EB4E-A490-B8AC2FE5280F}" type="presParOf" srcId="{E17C75AB-0C17-40AD-9A91-97A0962149F5}" destId="{07501E6F-4969-473F-9929-B43D49ACC00F}" srcOrd="3" destOrd="0" presId="urn:microsoft.com/office/officeart/2018/2/layout/IconLabelDescriptionList"/>
    <dgm:cxn modelId="{17A866A7-034B-1545-8CFE-6ECD4F03CEE3}" type="presParOf" srcId="{E17C75AB-0C17-40AD-9A91-97A0962149F5}" destId="{C5126900-240D-4DA8-82A4-878D355E9BDE}" srcOrd="4" destOrd="0" presId="urn:microsoft.com/office/officeart/2018/2/layout/IconLabelDescriptionList"/>
    <dgm:cxn modelId="{7DA49B89-EEBD-3447-ACE6-7F47E747CC98}" type="presParOf" srcId="{462482F6-644D-4978-B406-5F04047595C7}" destId="{A2444426-03E4-495A-AEE3-3E37E8401E29}" srcOrd="1" destOrd="0" presId="urn:microsoft.com/office/officeart/2018/2/layout/IconLabelDescriptionList"/>
    <dgm:cxn modelId="{489DF4E3-C428-D340-9F97-5401F0827641}" type="presParOf" srcId="{462482F6-644D-4978-B406-5F04047595C7}" destId="{8CC64C8F-6224-44AD-A6F9-565B15933983}" srcOrd="2" destOrd="0" presId="urn:microsoft.com/office/officeart/2018/2/layout/IconLabelDescriptionList"/>
    <dgm:cxn modelId="{85EC5FF2-0368-B649-9AD9-36479893DBD1}" type="presParOf" srcId="{8CC64C8F-6224-44AD-A6F9-565B15933983}" destId="{5B3B2B8F-CCE8-4BC4-B193-D745D801D80F}" srcOrd="0" destOrd="0" presId="urn:microsoft.com/office/officeart/2018/2/layout/IconLabelDescriptionList"/>
    <dgm:cxn modelId="{16FF7647-E010-DB42-A227-907FBA741EF2}" type="presParOf" srcId="{8CC64C8F-6224-44AD-A6F9-565B15933983}" destId="{83930ED4-30F8-4590-A4E0-91309533D675}" srcOrd="1" destOrd="0" presId="urn:microsoft.com/office/officeart/2018/2/layout/IconLabelDescriptionList"/>
    <dgm:cxn modelId="{E08747AE-7007-AA4E-B0A2-C45CBFC7C8B2}" type="presParOf" srcId="{8CC64C8F-6224-44AD-A6F9-565B15933983}" destId="{4B7C65F1-D034-43CB-B7C4-9AD494CAC03E}" srcOrd="2" destOrd="0" presId="urn:microsoft.com/office/officeart/2018/2/layout/IconLabelDescriptionList"/>
    <dgm:cxn modelId="{53281703-099B-3744-8C73-323A4B190E74}" type="presParOf" srcId="{8CC64C8F-6224-44AD-A6F9-565B15933983}" destId="{A5E613A9-ED91-4D4F-ADB8-C147FF3F29CF}" srcOrd="3" destOrd="0" presId="urn:microsoft.com/office/officeart/2018/2/layout/IconLabelDescriptionList"/>
    <dgm:cxn modelId="{BAE34F3A-E401-0A4E-8124-6FD4B3CD93FB}" type="presParOf" srcId="{8CC64C8F-6224-44AD-A6F9-565B15933983}" destId="{E6F0406D-4D44-428D-BCE8-FE2074A5BA06}" srcOrd="4" destOrd="0" presId="urn:microsoft.com/office/officeart/2018/2/layout/IconLabelDescriptionList"/>
  </dgm:cxnLst>
  <dgm:bg/>
  <dgm:whole>
    <a:ln w="19050">
      <a:solidFill>
        <a:srgbClr val="13B4B3"/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E0EA7F2-A880-CD49-BFF6-0381692454B0}" type="doc">
      <dgm:prSet loTypeId="urn:microsoft.com/office/officeart/2005/8/layout/lProcess2" loCatId="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GB"/>
        </a:p>
      </dgm:t>
    </dgm:pt>
    <dgm:pt modelId="{8791FF42-A696-094D-8730-B3CF0C17D0AB}">
      <dgm:prSet custT="1"/>
      <dgm:spPr/>
      <dgm:t>
        <a:bodyPr/>
        <a:lstStyle/>
        <a:p>
          <a:r>
            <a:rPr lang="en-US" sz="1800">
              <a:solidFill>
                <a:schemeClr val="tx1">
                  <a:lumMod val="85000"/>
                  <a:lumOff val="15000"/>
                </a:schemeClr>
              </a:solidFill>
            </a:rPr>
            <a:t>Linear regression</a:t>
          </a:r>
          <a:endParaRPr lang="en-IN" sz="1800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2C4BB3B7-3411-3546-B2F8-5002C4FD14F6}" type="parTrans" cxnId="{844DAA74-1883-384A-9446-76598CC3B965}">
      <dgm:prSet/>
      <dgm:spPr/>
      <dgm:t>
        <a:bodyPr/>
        <a:lstStyle/>
        <a:p>
          <a:endParaRPr lang="en-GB"/>
        </a:p>
      </dgm:t>
    </dgm:pt>
    <dgm:pt modelId="{F5D35888-95F3-F041-9CF2-7F4E3DD2435B}" type="sibTrans" cxnId="{844DAA74-1883-384A-9446-76598CC3B965}">
      <dgm:prSet/>
      <dgm:spPr/>
      <dgm:t>
        <a:bodyPr/>
        <a:lstStyle/>
        <a:p>
          <a:endParaRPr lang="en-GB"/>
        </a:p>
      </dgm:t>
    </dgm:pt>
    <dgm:pt modelId="{3ADF1FDA-F99B-B44E-AB69-2412CA8EFE67}">
      <dgm:prSet custT="1"/>
      <dgm:spPr/>
      <dgm:t>
        <a:bodyPr/>
        <a:lstStyle/>
        <a:p>
          <a:r>
            <a:rPr lang="en-US" sz="1400"/>
            <a:t>Simple, interpretable</a:t>
          </a:r>
          <a:endParaRPr lang="en-IN" sz="1400"/>
        </a:p>
      </dgm:t>
    </dgm:pt>
    <dgm:pt modelId="{EED9AAA7-34CB-244D-AC0D-4F9ACE8F905A}" type="parTrans" cxnId="{D4FD736A-F8BC-F045-BEEF-C88D02C51811}">
      <dgm:prSet/>
      <dgm:spPr/>
      <dgm:t>
        <a:bodyPr/>
        <a:lstStyle/>
        <a:p>
          <a:endParaRPr lang="en-GB"/>
        </a:p>
      </dgm:t>
    </dgm:pt>
    <dgm:pt modelId="{5A3EED86-3150-7A47-B611-3E49002585BD}" type="sibTrans" cxnId="{D4FD736A-F8BC-F045-BEEF-C88D02C51811}">
      <dgm:prSet/>
      <dgm:spPr/>
      <dgm:t>
        <a:bodyPr/>
        <a:lstStyle/>
        <a:p>
          <a:endParaRPr lang="en-GB"/>
        </a:p>
      </dgm:t>
    </dgm:pt>
    <dgm:pt modelId="{61372295-6CF1-B24F-9538-2EC4BE475B7D}">
      <dgm:prSet custT="1"/>
      <dgm:spPr/>
      <dgm:t>
        <a:bodyPr/>
        <a:lstStyle/>
        <a:p>
          <a:r>
            <a:rPr lang="en-US" sz="1400"/>
            <a:t>Assumes linear relationship</a:t>
          </a:r>
          <a:endParaRPr lang="en-IN" sz="1400"/>
        </a:p>
      </dgm:t>
    </dgm:pt>
    <dgm:pt modelId="{8F99CECD-BF97-E443-B1D1-66C207F99F0B}" type="parTrans" cxnId="{20061CAA-13DE-1149-8B2F-51D141FA58E1}">
      <dgm:prSet/>
      <dgm:spPr/>
      <dgm:t>
        <a:bodyPr/>
        <a:lstStyle/>
        <a:p>
          <a:endParaRPr lang="en-GB"/>
        </a:p>
      </dgm:t>
    </dgm:pt>
    <dgm:pt modelId="{037F9D19-DB62-DC46-B387-C00A5E72B8F7}" type="sibTrans" cxnId="{20061CAA-13DE-1149-8B2F-51D141FA58E1}">
      <dgm:prSet/>
      <dgm:spPr/>
      <dgm:t>
        <a:bodyPr/>
        <a:lstStyle/>
        <a:p>
          <a:endParaRPr lang="en-GB"/>
        </a:p>
      </dgm:t>
    </dgm:pt>
    <dgm:pt modelId="{C8CDDC7D-ABE9-AE45-B701-196BDA32886D}">
      <dgm:prSet custT="1"/>
      <dgm:spPr/>
      <dgm:t>
        <a:bodyPr/>
        <a:lstStyle/>
        <a:p>
          <a:r>
            <a:rPr lang="en-US" sz="1800"/>
            <a:t>Random forest </a:t>
          </a:r>
          <a:endParaRPr lang="en-IN" sz="1800"/>
        </a:p>
      </dgm:t>
    </dgm:pt>
    <dgm:pt modelId="{9DD4D81D-9B39-234D-A1FF-636647CF1DC7}" type="parTrans" cxnId="{6ACC1C97-3BCF-CF41-8057-8F77554BB036}">
      <dgm:prSet/>
      <dgm:spPr/>
      <dgm:t>
        <a:bodyPr/>
        <a:lstStyle/>
        <a:p>
          <a:endParaRPr lang="en-GB"/>
        </a:p>
      </dgm:t>
    </dgm:pt>
    <dgm:pt modelId="{C3819E3F-AB07-F746-A9A0-3F2ABA30DCE7}" type="sibTrans" cxnId="{6ACC1C97-3BCF-CF41-8057-8F77554BB036}">
      <dgm:prSet/>
      <dgm:spPr/>
      <dgm:t>
        <a:bodyPr/>
        <a:lstStyle/>
        <a:p>
          <a:endParaRPr lang="en-GB"/>
        </a:p>
      </dgm:t>
    </dgm:pt>
    <dgm:pt modelId="{8073CCC0-4E58-A245-A8F0-9B19E0FCD739}">
      <dgm:prSet custT="1"/>
      <dgm:spPr/>
      <dgm:t>
        <a:bodyPr/>
        <a:lstStyle/>
        <a:p>
          <a:r>
            <a:rPr lang="en-US" sz="1400"/>
            <a:t>Ensemble of decision trees</a:t>
          </a:r>
          <a:endParaRPr lang="en-IN" sz="1400"/>
        </a:p>
      </dgm:t>
    </dgm:pt>
    <dgm:pt modelId="{C066ACE4-713A-1547-8015-B90516BD64FD}" type="parTrans" cxnId="{FBD03A43-B540-B94E-B0E7-397561D2A0AA}">
      <dgm:prSet/>
      <dgm:spPr/>
      <dgm:t>
        <a:bodyPr/>
        <a:lstStyle/>
        <a:p>
          <a:endParaRPr lang="en-GB"/>
        </a:p>
      </dgm:t>
    </dgm:pt>
    <dgm:pt modelId="{9F4A9B33-28FC-9A46-9C48-5B925982D325}" type="sibTrans" cxnId="{FBD03A43-B540-B94E-B0E7-397561D2A0AA}">
      <dgm:prSet/>
      <dgm:spPr/>
      <dgm:t>
        <a:bodyPr/>
        <a:lstStyle/>
        <a:p>
          <a:endParaRPr lang="en-GB"/>
        </a:p>
      </dgm:t>
    </dgm:pt>
    <dgm:pt modelId="{6DD2147E-4CDD-CA49-A11A-2D0AEE346570}">
      <dgm:prSet custT="1"/>
      <dgm:spPr/>
      <dgm:t>
        <a:bodyPr/>
        <a:lstStyle/>
        <a:p>
          <a:r>
            <a:rPr lang="en-US" sz="1400"/>
            <a:t>Handles non-linearity well</a:t>
          </a:r>
          <a:endParaRPr lang="en-IN" sz="1400"/>
        </a:p>
      </dgm:t>
    </dgm:pt>
    <dgm:pt modelId="{5BB3A3AD-6979-6A44-9AF6-D7D545607D23}" type="parTrans" cxnId="{F571FEF7-9927-044C-BE29-BDD16881DC33}">
      <dgm:prSet/>
      <dgm:spPr/>
      <dgm:t>
        <a:bodyPr/>
        <a:lstStyle/>
        <a:p>
          <a:endParaRPr lang="en-GB"/>
        </a:p>
      </dgm:t>
    </dgm:pt>
    <dgm:pt modelId="{54428B96-5234-0643-9C80-9296A92E7407}" type="sibTrans" cxnId="{F571FEF7-9927-044C-BE29-BDD16881DC33}">
      <dgm:prSet/>
      <dgm:spPr/>
      <dgm:t>
        <a:bodyPr/>
        <a:lstStyle/>
        <a:p>
          <a:endParaRPr lang="en-GB"/>
        </a:p>
      </dgm:t>
    </dgm:pt>
    <dgm:pt modelId="{30BDE685-EE7E-2C40-8845-15F2D08EF9AE}">
      <dgm:prSet custT="1"/>
      <dgm:spPr/>
      <dgm:t>
        <a:bodyPr/>
        <a:lstStyle/>
        <a:p>
          <a:r>
            <a:rPr lang="en-US" sz="1400"/>
            <a:t>Feature importance ranking</a:t>
          </a:r>
          <a:endParaRPr lang="en-IN" sz="1400"/>
        </a:p>
      </dgm:t>
    </dgm:pt>
    <dgm:pt modelId="{5D52BAE5-B642-774E-9334-178A5EE024C7}" type="parTrans" cxnId="{2BDDEA29-092E-004B-AEF6-6EF750BBDC7A}">
      <dgm:prSet/>
      <dgm:spPr/>
      <dgm:t>
        <a:bodyPr/>
        <a:lstStyle/>
        <a:p>
          <a:endParaRPr lang="en-GB"/>
        </a:p>
      </dgm:t>
    </dgm:pt>
    <dgm:pt modelId="{730E3E95-0040-9C4F-989C-75F16F3C8E9E}" type="sibTrans" cxnId="{2BDDEA29-092E-004B-AEF6-6EF750BBDC7A}">
      <dgm:prSet/>
      <dgm:spPr/>
      <dgm:t>
        <a:bodyPr/>
        <a:lstStyle/>
        <a:p>
          <a:endParaRPr lang="en-GB"/>
        </a:p>
      </dgm:t>
    </dgm:pt>
    <dgm:pt modelId="{E6617F0A-0793-9C4E-ADE7-EFC055188DE0}">
      <dgm:prSet custT="1"/>
      <dgm:spPr/>
      <dgm:t>
        <a:bodyPr/>
        <a:lstStyle/>
        <a:p>
          <a:r>
            <a:rPr lang="en-US" sz="1800"/>
            <a:t>Support vector machine (SVM)</a:t>
          </a:r>
          <a:endParaRPr lang="en-IN" sz="1800"/>
        </a:p>
      </dgm:t>
    </dgm:pt>
    <dgm:pt modelId="{503636AC-2F93-EC41-972A-45AEECA76251}" type="parTrans" cxnId="{5E52F153-EA1C-D44D-B9DF-77B7C7368AC3}">
      <dgm:prSet/>
      <dgm:spPr/>
      <dgm:t>
        <a:bodyPr/>
        <a:lstStyle/>
        <a:p>
          <a:endParaRPr lang="en-GB"/>
        </a:p>
      </dgm:t>
    </dgm:pt>
    <dgm:pt modelId="{B8491AF1-8A5E-6846-A3AD-F19C46A32645}" type="sibTrans" cxnId="{5E52F153-EA1C-D44D-B9DF-77B7C7368AC3}">
      <dgm:prSet/>
      <dgm:spPr/>
      <dgm:t>
        <a:bodyPr/>
        <a:lstStyle/>
        <a:p>
          <a:endParaRPr lang="en-GB"/>
        </a:p>
      </dgm:t>
    </dgm:pt>
    <dgm:pt modelId="{C51F8E39-F389-A648-AB3C-EC03791C8B08}">
      <dgm:prSet custT="1"/>
      <dgm:spPr/>
      <dgm:t>
        <a:bodyPr/>
        <a:lstStyle/>
        <a:p>
          <a:r>
            <a:rPr lang="en-US" sz="1400"/>
            <a:t>Kernel trick for non-linearity</a:t>
          </a:r>
          <a:endParaRPr lang="en-IN" sz="1400"/>
        </a:p>
      </dgm:t>
    </dgm:pt>
    <dgm:pt modelId="{426B1212-BB58-1044-B24A-83251DE57B23}" type="parTrans" cxnId="{19DB14C3-1CB2-F64F-8E0E-93DFA7BDD4A1}">
      <dgm:prSet/>
      <dgm:spPr/>
      <dgm:t>
        <a:bodyPr/>
        <a:lstStyle/>
        <a:p>
          <a:endParaRPr lang="en-GB"/>
        </a:p>
      </dgm:t>
    </dgm:pt>
    <dgm:pt modelId="{A0EE726A-983D-5F4B-9011-F949F740FA88}" type="sibTrans" cxnId="{19DB14C3-1CB2-F64F-8E0E-93DFA7BDD4A1}">
      <dgm:prSet/>
      <dgm:spPr/>
      <dgm:t>
        <a:bodyPr/>
        <a:lstStyle/>
        <a:p>
          <a:endParaRPr lang="en-GB"/>
        </a:p>
      </dgm:t>
    </dgm:pt>
    <dgm:pt modelId="{987E80F4-4957-9442-A379-152BF42510B4}">
      <dgm:prSet custT="1"/>
      <dgm:spPr/>
      <dgm:t>
        <a:bodyPr/>
        <a:lstStyle/>
        <a:p>
          <a:r>
            <a:rPr lang="en-US" sz="1400"/>
            <a:t>Good for small datasets</a:t>
          </a:r>
          <a:endParaRPr lang="en-IN" sz="1400"/>
        </a:p>
      </dgm:t>
    </dgm:pt>
    <dgm:pt modelId="{6385FE2A-49A4-1648-84CD-03964925E516}" type="parTrans" cxnId="{C859D84B-5E1F-F742-9DDC-64E077766F84}">
      <dgm:prSet/>
      <dgm:spPr/>
      <dgm:t>
        <a:bodyPr/>
        <a:lstStyle/>
        <a:p>
          <a:endParaRPr lang="en-GB"/>
        </a:p>
      </dgm:t>
    </dgm:pt>
    <dgm:pt modelId="{06462DF7-6494-5145-9E51-95F64693DF7A}" type="sibTrans" cxnId="{C859D84B-5E1F-F742-9DDC-64E077766F84}">
      <dgm:prSet/>
      <dgm:spPr/>
      <dgm:t>
        <a:bodyPr/>
        <a:lstStyle/>
        <a:p>
          <a:endParaRPr lang="en-GB"/>
        </a:p>
      </dgm:t>
    </dgm:pt>
    <dgm:pt modelId="{2ADE6CFE-AFB1-CE4D-A691-0912626020B4}">
      <dgm:prSet custT="1"/>
      <dgm:spPr/>
      <dgm:t>
        <a:bodyPr/>
        <a:lstStyle/>
        <a:p>
          <a:r>
            <a:rPr lang="en-US" sz="1800"/>
            <a:t>Gradient boosting (XGBOOST)</a:t>
          </a:r>
          <a:endParaRPr lang="en-IN" sz="1800"/>
        </a:p>
      </dgm:t>
    </dgm:pt>
    <dgm:pt modelId="{462758FD-0C0F-C44D-8839-CC3AAE9B14BA}" type="parTrans" cxnId="{AB4E6FE9-8B9A-E440-B7D2-7F6C2DF67614}">
      <dgm:prSet/>
      <dgm:spPr/>
      <dgm:t>
        <a:bodyPr/>
        <a:lstStyle/>
        <a:p>
          <a:endParaRPr lang="en-GB"/>
        </a:p>
      </dgm:t>
    </dgm:pt>
    <dgm:pt modelId="{E959D73E-615D-AA48-9379-B0A626C25938}" type="sibTrans" cxnId="{AB4E6FE9-8B9A-E440-B7D2-7F6C2DF67614}">
      <dgm:prSet/>
      <dgm:spPr/>
      <dgm:t>
        <a:bodyPr/>
        <a:lstStyle/>
        <a:p>
          <a:endParaRPr lang="en-GB"/>
        </a:p>
      </dgm:t>
    </dgm:pt>
    <dgm:pt modelId="{DA7608F7-E431-844D-90AD-6D0B5B89E938}">
      <dgm:prSet custT="1"/>
      <dgm:spPr/>
      <dgm:t>
        <a:bodyPr/>
        <a:lstStyle/>
        <a:p>
          <a:r>
            <a:rPr lang="en-US" sz="1400"/>
            <a:t>State of the art  for tabular data</a:t>
          </a:r>
          <a:endParaRPr lang="en-IN" sz="1400"/>
        </a:p>
      </dgm:t>
    </dgm:pt>
    <dgm:pt modelId="{3D7892BF-EBD5-2B41-B3A5-19220803C42B}" type="parTrans" cxnId="{43B3CC82-4FB8-1441-9D3C-28DB76B8A046}">
      <dgm:prSet/>
      <dgm:spPr/>
      <dgm:t>
        <a:bodyPr/>
        <a:lstStyle/>
        <a:p>
          <a:endParaRPr lang="en-GB"/>
        </a:p>
      </dgm:t>
    </dgm:pt>
    <dgm:pt modelId="{283D09F9-732E-F24F-9D98-B3DA7DB68109}" type="sibTrans" cxnId="{43B3CC82-4FB8-1441-9D3C-28DB76B8A046}">
      <dgm:prSet/>
      <dgm:spPr/>
      <dgm:t>
        <a:bodyPr/>
        <a:lstStyle/>
        <a:p>
          <a:endParaRPr lang="en-GB"/>
        </a:p>
      </dgm:t>
    </dgm:pt>
    <dgm:pt modelId="{6C911058-BCBC-4E41-992E-2EC34A36963E}">
      <dgm:prSet custT="1"/>
      <dgm:spPr/>
      <dgm:t>
        <a:bodyPr/>
        <a:lstStyle/>
        <a:p>
          <a:r>
            <a:rPr lang="en-US" sz="1400"/>
            <a:t>Regularization prevents overfitting</a:t>
          </a:r>
          <a:endParaRPr lang="en-IN" sz="1400"/>
        </a:p>
      </dgm:t>
    </dgm:pt>
    <dgm:pt modelId="{D9D7FA7F-ECD7-4C4C-8027-238F36C02DB0}" type="parTrans" cxnId="{6382CD47-841A-AC4F-A18A-9B667EED9493}">
      <dgm:prSet/>
      <dgm:spPr/>
      <dgm:t>
        <a:bodyPr/>
        <a:lstStyle/>
        <a:p>
          <a:endParaRPr lang="en-GB"/>
        </a:p>
      </dgm:t>
    </dgm:pt>
    <dgm:pt modelId="{1411ADE1-3F1F-CD43-8201-0BE49AC64A28}" type="sibTrans" cxnId="{6382CD47-841A-AC4F-A18A-9B667EED9493}">
      <dgm:prSet/>
      <dgm:spPr/>
      <dgm:t>
        <a:bodyPr/>
        <a:lstStyle/>
        <a:p>
          <a:endParaRPr lang="en-GB"/>
        </a:p>
      </dgm:t>
    </dgm:pt>
    <dgm:pt modelId="{3B41EFBC-3418-544F-BB8F-0C4A55FDBA09}">
      <dgm:prSet custT="1"/>
      <dgm:spPr/>
      <dgm:t>
        <a:bodyPr/>
        <a:lstStyle/>
        <a:p>
          <a:r>
            <a:rPr lang="en-US" sz="1400"/>
            <a:t>Fast and scalable </a:t>
          </a:r>
          <a:endParaRPr lang="en-IN" sz="1400"/>
        </a:p>
      </dgm:t>
    </dgm:pt>
    <dgm:pt modelId="{553766EF-1681-8843-8DF4-AE2ED3EB454B}" type="parTrans" cxnId="{149953F8-F8A1-E944-B106-F21C97E6E1AE}">
      <dgm:prSet/>
      <dgm:spPr/>
      <dgm:t>
        <a:bodyPr/>
        <a:lstStyle/>
        <a:p>
          <a:endParaRPr lang="en-GB"/>
        </a:p>
      </dgm:t>
    </dgm:pt>
    <dgm:pt modelId="{73C8B75D-C545-0541-967F-2496D36E2272}" type="sibTrans" cxnId="{149953F8-F8A1-E944-B106-F21C97E6E1AE}">
      <dgm:prSet/>
      <dgm:spPr/>
      <dgm:t>
        <a:bodyPr/>
        <a:lstStyle/>
        <a:p>
          <a:endParaRPr lang="en-GB"/>
        </a:p>
      </dgm:t>
    </dgm:pt>
    <dgm:pt modelId="{D8C750D6-3747-8B47-939C-44F7124C198C}">
      <dgm:prSet custT="1"/>
      <dgm:spPr/>
      <dgm:t>
        <a:bodyPr/>
        <a:lstStyle/>
        <a:p>
          <a:r>
            <a:rPr lang="en-US" sz="1800"/>
            <a:t>Long Short-Term  Memory(LSTM)</a:t>
          </a:r>
          <a:endParaRPr lang="en-IN" sz="1800"/>
        </a:p>
      </dgm:t>
    </dgm:pt>
    <dgm:pt modelId="{03429BC4-DFBC-D94C-8C0F-712AF18006EC}" type="parTrans" cxnId="{EE5B50AD-8516-A948-9883-66C6289E2746}">
      <dgm:prSet/>
      <dgm:spPr/>
      <dgm:t>
        <a:bodyPr/>
        <a:lstStyle/>
        <a:p>
          <a:endParaRPr lang="en-GB"/>
        </a:p>
      </dgm:t>
    </dgm:pt>
    <dgm:pt modelId="{FD176EC1-D8B5-724B-8D6F-888EDCEF96E7}" type="sibTrans" cxnId="{EE5B50AD-8516-A948-9883-66C6289E2746}">
      <dgm:prSet/>
      <dgm:spPr/>
      <dgm:t>
        <a:bodyPr/>
        <a:lstStyle/>
        <a:p>
          <a:endParaRPr lang="en-GB"/>
        </a:p>
      </dgm:t>
    </dgm:pt>
    <dgm:pt modelId="{78FC65A7-7B90-A54C-97F3-FB3189720258}">
      <dgm:prSet custT="1"/>
      <dgm:spPr/>
      <dgm:t>
        <a:bodyPr/>
        <a:lstStyle/>
        <a:p>
          <a:r>
            <a:rPr lang="en-US" sz="1400"/>
            <a:t>Deep learning for sequential data</a:t>
          </a:r>
          <a:endParaRPr lang="en-IN" sz="1400"/>
        </a:p>
      </dgm:t>
    </dgm:pt>
    <dgm:pt modelId="{68320312-5E6C-C842-9465-96A49081BE4F}" type="parTrans" cxnId="{3EA564F9-AC30-954E-9112-005E3F44C640}">
      <dgm:prSet/>
      <dgm:spPr/>
      <dgm:t>
        <a:bodyPr/>
        <a:lstStyle/>
        <a:p>
          <a:endParaRPr lang="en-GB"/>
        </a:p>
      </dgm:t>
    </dgm:pt>
    <dgm:pt modelId="{00D8A4F2-185D-534E-83DE-F0B9BDCEBCFC}" type="sibTrans" cxnId="{3EA564F9-AC30-954E-9112-005E3F44C640}">
      <dgm:prSet/>
      <dgm:spPr/>
      <dgm:t>
        <a:bodyPr/>
        <a:lstStyle/>
        <a:p>
          <a:endParaRPr lang="en-GB"/>
        </a:p>
      </dgm:t>
    </dgm:pt>
    <dgm:pt modelId="{8F0EB347-B362-6B46-8B1D-84A0F75246DB}">
      <dgm:prSet custT="1"/>
      <dgm:spPr/>
      <dgm:t>
        <a:bodyPr/>
        <a:lstStyle/>
        <a:p>
          <a:r>
            <a:rPr lang="en-US" sz="1400"/>
            <a:t>Captures long-term dependencies</a:t>
          </a:r>
          <a:endParaRPr lang="en-IN" sz="1400"/>
        </a:p>
      </dgm:t>
    </dgm:pt>
    <dgm:pt modelId="{EA303C0B-7996-EB45-84D4-676D210A8DEB}" type="parTrans" cxnId="{CFF371FF-5117-D24E-B5D9-EE68174D9B4E}">
      <dgm:prSet/>
      <dgm:spPr/>
      <dgm:t>
        <a:bodyPr/>
        <a:lstStyle/>
        <a:p>
          <a:endParaRPr lang="en-GB"/>
        </a:p>
      </dgm:t>
    </dgm:pt>
    <dgm:pt modelId="{5DDB306A-1D7E-844D-9E7F-F69C8EBDD44C}" type="sibTrans" cxnId="{CFF371FF-5117-D24E-B5D9-EE68174D9B4E}">
      <dgm:prSet/>
      <dgm:spPr/>
      <dgm:t>
        <a:bodyPr/>
        <a:lstStyle/>
        <a:p>
          <a:endParaRPr lang="en-GB"/>
        </a:p>
      </dgm:t>
    </dgm:pt>
    <dgm:pt modelId="{BACD6540-320B-5640-B8E8-B7D6138CD4FC}">
      <dgm:prSet custT="1"/>
      <dgm:spPr/>
      <dgm:t>
        <a:bodyPr/>
        <a:lstStyle/>
        <a:p>
          <a:r>
            <a:rPr lang="en-US" sz="1400"/>
            <a:t>Ideal for time-series battery data</a:t>
          </a:r>
          <a:endParaRPr lang="en-IN" sz="1400"/>
        </a:p>
      </dgm:t>
    </dgm:pt>
    <dgm:pt modelId="{4F78003C-B66F-F74A-91BF-AB245198654D}" type="parTrans" cxnId="{3B61EC50-23C2-2C47-8FD2-70359753660D}">
      <dgm:prSet/>
      <dgm:spPr/>
      <dgm:t>
        <a:bodyPr/>
        <a:lstStyle/>
        <a:p>
          <a:endParaRPr lang="en-GB"/>
        </a:p>
      </dgm:t>
    </dgm:pt>
    <dgm:pt modelId="{20475480-5FA1-7546-B8A4-1E03AD824BD7}" type="sibTrans" cxnId="{3B61EC50-23C2-2C47-8FD2-70359753660D}">
      <dgm:prSet/>
      <dgm:spPr/>
      <dgm:t>
        <a:bodyPr/>
        <a:lstStyle/>
        <a:p>
          <a:endParaRPr lang="en-GB"/>
        </a:p>
      </dgm:t>
    </dgm:pt>
    <dgm:pt modelId="{4A4895CC-4AA9-3444-94D7-53D2E3575446}" type="pres">
      <dgm:prSet presAssocID="{0E0EA7F2-A880-CD49-BFF6-0381692454B0}" presName="theList" presStyleCnt="0">
        <dgm:presLayoutVars>
          <dgm:dir/>
          <dgm:animLvl val="lvl"/>
          <dgm:resizeHandles val="exact"/>
        </dgm:presLayoutVars>
      </dgm:prSet>
      <dgm:spPr/>
    </dgm:pt>
    <dgm:pt modelId="{7813EFDA-9C6F-5541-A068-CEDEE9FF75CD}" type="pres">
      <dgm:prSet presAssocID="{8791FF42-A696-094D-8730-B3CF0C17D0AB}" presName="compNode" presStyleCnt="0"/>
      <dgm:spPr/>
    </dgm:pt>
    <dgm:pt modelId="{822C3126-DBA7-0540-B63E-5DB4AB6DDF4A}" type="pres">
      <dgm:prSet presAssocID="{8791FF42-A696-094D-8730-B3CF0C17D0AB}" presName="aNode" presStyleLbl="bgShp" presStyleIdx="0" presStyleCnt="5"/>
      <dgm:spPr/>
    </dgm:pt>
    <dgm:pt modelId="{CD88AD83-7154-3541-BFFA-7B3F7B56665E}" type="pres">
      <dgm:prSet presAssocID="{8791FF42-A696-094D-8730-B3CF0C17D0AB}" presName="textNode" presStyleLbl="bgShp" presStyleIdx="0" presStyleCnt="5"/>
      <dgm:spPr/>
    </dgm:pt>
    <dgm:pt modelId="{7810FACC-2D9D-E346-9ABB-F557A9987021}" type="pres">
      <dgm:prSet presAssocID="{8791FF42-A696-094D-8730-B3CF0C17D0AB}" presName="compChildNode" presStyleCnt="0"/>
      <dgm:spPr/>
    </dgm:pt>
    <dgm:pt modelId="{28DC3F60-382B-BF4B-A94C-B7F427C4999D}" type="pres">
      <dgm:prSet presAssocID="{8791FF42-A696-094D-8730-B3CF0C17D0AB}" presName="theInnerList" presStyleCnt="0"/>
      <dgm:spPr/>
    </dgm:pt>
    <dgm:pt modelId="{F046BC71-29AF-AE42-AC86-6682C43B0A78}" type="pres">
      <dgm:prSet presAssocID="{3ADF1FDA-F99B-B44E-AB69-2412CA8EFE67}" presName="childNode" presStyleLbl="node1" presStyleIdx="0" presStyleCnt="13">
        <dgm:presLayoutVars>
          <dgm:bulletEnabled val="1"/>
        </dgm:presLayoutVars>
      </dgm:prSet>
      <dgm:spPr/>
    </dgm:pt>
    <dgm:pt modelId="{27FC284D-4747-6443-B977-1633A92A4705}" type="pres">
      <dgm:prSet presAssocID="{3ADF1FDA-F99B-B44E-AB69-2412CA8EFE67}" presName="aSpace2" presStyleCnt="0"/>
      <dgm:spPr/>
    </dgm:pt>
    <dgm:pt modelId="{A357C59C-B7B6-3645-B408-95769C169168}" type="pres">
      <dgm:prSet presAssocID="{61372295-6CF1-B24F-9538-2EC4BE475B7D}" presName="childNode" presStyleLbl="node1" presStyleIdx="1" presStyleCnt="13">
        <dgm:presLayoutVars>
          <dgm:bulletEnabled val="1"/>
        </dgm:presLayoutVars>
      </dgm:prSet>
      <dgm:spPr/>
    </dgm:pt>
    <dgm:pt modelId="{FFCF2053-2F94-7F49-A51B-1F80B846789C}" type="pres">
      <dgm:prSet presAssocID="{8791FF42-A696-094D-8730-B3CF0C17D0AB}" presName="aSpace" presStyleCnt="0"/>
      <dgm:spPr/>
    </dgm:pt>
    <dgm:pt modelId="{C343FD9C-C4BF-A941-AABE-B25E2CD7E902}" type="pres">
      <dgm:prSet presAssocID="{C8CDDC7D-ABE9-AE45-B701-196BDA32886D}" presName="compNode" presStyleCnt="0"/>
      <dgm:spPr/>
    </dgm:pt>
    <dgm:pt modelId="{94A38CAD-28CF-474F-AC2F-F52BA688F3E3}" type="pres">
      <dgm:prSet presAssocID="{C8CDDC7D-ABE9-AE45-B701-196BDA32886D}" presName="aNode" presStyleLbl="bgShp" presStyleIdx="1" presStyleCnt="5"/>
      <dgm:spPr/>
    </dgm:pt>
    <dgm:pt modelId="{BC44F8CF-DBCC-8842-A5F4-CCF7B5B1E39D}" type="pres">
      <dgm:prSet presAssocID="{C8CDDC7D-ABE9-AE45-B701-196BDA32886D}" presName="textNode" presStyleLbl="bgShp" presStyleIdx="1" presStyleCnt="5"/>
      <dgm:spPr/>
    </dgm:pt>
    <dgm:pt modelId="{F7DB1833-FF8D-454C-A345-29F845E204BB}" type="pres">
      <dgm:prSet presAssocID="{C8CDDC7D-ABE9-AE45-B701-196BDA32886D}" presName="compChildNode" presStyleCnt="0"/>
      <dgm:spPr/>
    </dgm:pt>
    <dgm:pt modelId="{C3ACC975-2245-8F46-AF7A-9D9BC37E7AA8}" type="pres">
      <dgm:prSet presAssocID="{C8CDDC7D-ABE9-AE45-B701-196BDA32886D}" presName="theInnerList" presStyleCnt="0"/>
      <dgm:spPr/>
    </dgm:pt>
    <dgm:pt modelId="{45202294-A001-F54D-A491-75731DC1B766}" type="pres">
      <dgm:prSet presAssocID="{8073CCC0-4E58-A245-A8F0-9B19E0FCD739}" presName="childNode" presStyleLbl="node1" presStyleIdx="2" presStyleCnt="13">
        <dgm:presLayoutVars>
          <dgm:bulletEnabled val="1"/>
        </dgm:presLayoutVars>
      </dgm:prSet>
      <dgm:spPr/>
    </dgm:pt>
    <dgm:pt modelId="{22D5140B-49DE-ED47-8D47-F694469EFEFB}" type="pres">
      <dgm:prSet presAssocID="{8073CCC0-4E58-A245-A8F0-9B19E0FCD739}" presName="aSpace2" presStyleCnt="0"/>
      <dgm:spPr/>
    </dgm:pt>
    <dgm:pt modelId="{3BA12D39-E505-8B42-B58D-89B664374C5E}" type="pres">
      <dgm:prSet presAssocID="{6DD2147E-4CDD-CA49-A11A-2D0AEE346570}" presName="childNode" presStyleLbl="node1" presStyleIdx="3" presStyleCnt="13">
        <dgm:presLayoutVars>
          <dgm:bulletEnabled val="1"/>
        </dgm:presLayoutVars>
      </dgm:prSet>
      <dgm:spPr/>
    </dgm:pt>
    <dgm:pt modelId="{DA35254F-980C-5F4F-9B75-E10269D7D030}" type="pres">
      <dgm:prSet presAssocID="{6DD2147E-4CDD-CA49-A11A-2D0AEE346570}" presName="aSpace2" presStyleCnt="0"/>
      <dgm:spPr/>
    </dgm:pt>
    <dgm:pt modelId="{5F0502AB-B815-A44A-AC3D-D5BEE8147285}" type="pres">
      <dgm:prSet presAssocID="{30BDE685-EE7E-2C40-8845-15F2D08EF9AE}" presName="childNode" presStyleLbl="node1" presStyleIdx="4" presStyleCnt="13">
        <dgm:presLayoutVars>
          <dgm:bulletEnabled val="1"/>
        </dgm:presLayoutVars>
      </dgm:prSet>
      <dgm:spPr/>
    </dgm:pt>
    <dgm:pt modelId="{E0DB565F-42BD-644E-8EF7-B6BA90B0AC40}" type="pres">
      <dgm:prSet presAssocID="{C8CDDC7D-ABE9-AE45-B701-196BDA32886D}" presName="aSpace" presStyleCnt="0"/>
      <dgm:spPr/>
    </dgm:pt>
    <dgm:pt modelId="{DB00388B-DD96-7E4F-B44E-31BE0570EA1F}" type="pres">
      <dgm:prSet presAssocID="{E6617F0A-0793-9C4E-ADE7-EFC055188DE0}" presName="compNode" presStyleCnt="0"/>
      <dgm:spPr/>
    </dgm:pt>
    <dgm:pt modelId="{C1735480-7984-4B4C-A942-F4E9145F3C1C}" type="pres">
      <dgm:prSet presAssocID="{E6617F0A-0793-9C4E-ADE7-EFC055188DE0}" presName="aNode" presStyleLbl="bgShp" presStyleIdx="2" presStyleCnt="5"/>
      <dgm:spPr/>
    </dgm:pt>
    <dgm:pt modelId="{317FB8F6-D68A-F744-82BA-BB5AF023934D}" type="pres">
      <dgm:prSet presAssocID="{E6617F0A-0793-9C4E-ADE7-EFC055188DE0}" presName="textNode" presStyleLbl="bgShp" presStyleIdx="2" presStyleCnt="5"/>
      <dgm:spPr/>
    </dgm:pt>
    <dgm:pt modelId="{02F78384-AD66-424A-A900-1AD192C21B58}" type="pres">
      <dgm:prSet presAssocID="{E6617F0A-0793-9C4E-ADE7-EFC055188DE0}" presName="compChildNode" presStyleCnt="0"/>
      <dgm:spPr/>
    </dgm:pt>
    <dgm:pt modelId="{91D43382-C9E4-9941-A1CE-C80A37281D50}" type="pres">
      <dgm:prSet presAssocID="{E6617F0A-0793-9C4E-ADE7-EFC055188DE0}" presName="theInnerList" presStyleCnt="0"/>
      <dgm:spPr/>
    </dgm:pt>
    <dgm:pt modelId="{F7B18B93-A2A7-0040-BD6D-241899CB1CE2}" type="pres">
      <dgm:prSet presAssocID="{C51F8E39-F389-A648-AB3C-EC03791C8B08}" presName="childNode" presStyleLbl="node1" presStyleIdx="5" presStyleCnt="13">
        <dgm:presLayoutVars>
          <dgm:bulletEnabled val="1"/>
        </dgm:presLayoutVars>
      </dgm:prSet>
      <dgm:spPr/>
    </dgm:pt>
    <dgm:pt modelId="{937E35A5-0679-3745-BB8C-40DA6C8BF532}" type="pres">
      <dgm:prSet presAssocID="{C51F8E39-F389-A648-AB3C-EC03791C8B08}" presName="aSpace2" presStyleCnt="0"/>
      <dgm:spPr/>
    </dgm:pt>
    <dgm:pt modelId="{142F5EFA-F846-8948-94FE-FE9A0185A796}" type="pres">
      <dgm:prSet presAssocID="{987E80F4-4957-9442-A379-152BF42510B4}" presName="childNode" presStyleLbl="node1" presStyleIdx="6" presStyleCnt="13">
        <dgm:presLayoutVars>
          <dgm:bulletEnabled val="1"/>
        </dgm:presLayoutVars>
      </dgm:prSet>
      <dgm:spPr/>
    </dgm:pt>
    <dgm:pt modelId="{7A35FE64-FF00-F440-94AD-6DBFD9DCDDC1}" type="pres">
      <dgm:prSet presAssocID="{E6617F0A-0793-9C4E-ADE7-EFC055188DE0}" presName="aSpace" presStyleCnt="0"/>
      <dgm:spPr/>
    </dgm:pt>
    <dgm:pt modelId="{E411C885-5450-154B-864C-F7FB207E60D1}" type="pres">
      <dgm:prSet presAssocID="{2ADE6CFE-AFB1-CE4D-A691-0912626020B4}" presName="compNode" presStyleCnt="0"/>
      <dgm:spPr/>
    </dgm:pt>
    <dgm:pt modelId="{DC4CBE7E-5624-1A48-86C6-356BADD05AC3}" type="pres">
      <dgm:prSet presAssocID="{2ADE6CFE-AFB1-CE4D-A691-0912626020B4}" presName="aNode" presStyleLbl="bgShp" presStyleIdx="3" presStyleCnt="5"/>
      <dgm:spPr/>
    </dgm:pt>
    <dgm:pt modelId="{CF88B3DE-F722-C549-9089-929C99F9FF2C}" type="pres">
      <dgm:prSet presAssocID="{2ADE6CFE-AFB1-CE4D-A691-0912626020B4}" presName="textNode" presStyleLbl="bgShp" presStyleIdx="3" presStyleCnt="5"/>
      <dgm:spPr/>
    </dgm:pt>
    <dgm:pt modelId="{6CD29A2D-CE64-B141-BF6B-CF9F9C1FC7B7}" type="pres">
      <dgm:prSet presAssocID="{2ADE6CFE-AFB1-CE4D-A691-0912626020B4}" presName="compChildNode" presStyleCnt="0"/>
      <dgm:spPr/>
    </dgm:pt>
    <dgm:pt modelId="{5B909383-CE53-754D-B32B-E5FF0D8DE178}" type="pres">
      <dgm:prSet presAssocID="{2ADE6CFE-AFB1-CE4D-A691-0912626020B4}" presName="theInnerList" presStyleCnt="0"/>
      <dgm:spPr/>
    </dgm:pt>
    <dgm:pt modelId="{AD441F5C-6E6C-D849-BDD5-D7F149917C1D}" type="pres">
      <dgm:prSet presAssocID="{DA7608F7-E431-844D-90AD-6D0B5B89E938}" presName="childNode" presStyleLbl="node1" presStyleIdx="7" presStyleCnt="13">
        <dgm:presLayoutVars>
          <dgm:bulletEnabled val="1"/>
        </dgm:presLayoutVars>
      </dgm:prSet>
      <dgm:spPr/>
    </dgm:pt>
    <dgm:pt modelId="{9BDA1419-61C2-8148-AAAE-6C620186B711}" type="pres">
      <dgm:prSet presAssocID="{DA7608F7-E431-844D-90AD-6D0B5B89E938}" presName="aSpace2" presStyleCnt="0"/>
      <dgm:spPr/>
    </dgm:pt>
    <dgm:pt modelId="{D12254BF-6258-2644-A9CD-FD56E0B38A52}" type="pres">
      <dgm:prSet presAssocID="{6C911058-BCBC-4E41-992E-2EC34A36963E}" presName="childNode" presStyleLbl="node1" presStyleIdx="8" presStyleCnt="13">
        <dgm:presLayoutVars>
          <dgm:bulletEnabled val="1"/>
        </dgm:presLayoutVars>
      </dgm:prSet>
      <dgm:spPr/>
    </dgm:pt>
    <dgm:pt modelId="{2FE8D75C-C6FC-794A-8AA8-D01C34E66EB1}" type="pres">
      <dgm:prSet presAssocID="{6C911058-BCBC-4E41-992E-2EC34A36963E}" presName="aSpace2" presStyleCnt="0"/>
      <dgm:spPr/>
    </dgm:pt>
    <dgm:pt modelId="{07458DD1-3CB7-E34C-B109-CDA8A11D81D4}" type="pres">
      <dgm:prSet presAssocID="{3B41EFBC-3418-544F-BB8F-0C4A55FDBA09}" presName="childNode" presStyleLbl="node1" presStyleIdx="9" presStyleCnt="13">
        <dgm:presLayoutVars>
          <dgm:bulletEnabled val="1"/>
        </dgm:presLayoutVars>
      </dgm:prSet>
      <dgm:spPr/>
    </dgm:pt>
    <dgm:pt modelId="{3BD4BA95-332F-1040-B1C1-AF0FC10FF7AA}" type="pres">
      <dgm:prSet presAssocID="{2ADE6CFE-AFB1-CE4D-A691-0912626020B4}" presName="aSpace" presStyleCnt="0"/>
      <dgm:spPr/>
    </dgm:pt>
    <dgm:pt modelId="{A19B2412-B184-8449-9921-6515C21AACA1}" type="pres">
      <dgm:prSet presAssocID="{D8C750D6-3747-8B47-939C-44F7124C198C}" presName="compNode" presStyleCnt="0"/>
      <dgm:spPr/>
    </dgm:pt>
    <dgm:pt modelId="{BBAC20CE-6435-C34B-BC47-21B66ABAD05D}" type="pres">
      <dgm:prSet presAssocID="{D8C750D6-3747-8B47-939C-44F7124C198C}" presName="aNode" presStyleLbl="bgShp" presStyleIdx="4" presStyleCnt="5"/>
      <dgm:spPr/>
    </dgm:pt>
    <dgm:pt modelId="{2E451779-B828-E942-9361-DCE5D9E358CA}" type="pres">
      <dgm:prSet presAssocID="{D8C750D6-3747-8B47-939C-44F7124C198C}" presName="textNode" presStyleLbl="bgShp" presStyleIdx="4" presStyleCnt="5"/>
      <dgm:spPr/>
    </dgm:pt>
    <dgm:pt modelId="{4E7AD88D-758A-9645-9D39-777B2BA9C7EB}" type="pres">
      <dgm:prSet presAssocID="{D8C750D6-3747-8B47-939C-44F7124C198C}" presName="compChildNode" presStyleCnt="0"/>
      <dgm:spPr/>
    </dgm:pt>
    <dgm:pt modelId="{EF510C63-3150-ED4C-A912-65C401AD09CD}" type="pres">
      <dgm:prSet presAssocID="{D8C750D6-3747-8B47-939C-44F7124C198C}" presName="theInnerList" presStyleCnt="0"/>
      <dgm:spPr/>
    </dgm:pt>
    <dgm:pt modelId="{E0A1B13E-A659-F446-B258-E3AFF42EBB6F}" type="pres">
      <dgm:prSet presAssocID="{78FC65A7-7B90-A54C-97F3-FB3189720258}" presName="childNode" presStyleLbl="node1" presStyleIdx="10" presStyleCnt="13">
        <dgm:presLayoutVars>
          <dgm:bulletEnabled val="1"/>
        </dgm:presLayoutVars>
      </dgm:prSet>
      <dgm:spPr/>
    </dgm:pt>
    <dgm:pt modelId="{4FB2E0FD-98D1-7C4A-86B3-290DCF051900}" type="pres">
      <dgm:prSet presAssocID="{78FC65A7-7B90-A54C-97F3-FB3189720258}" presName="aSpace2" presStyleCnt="0"/>
      <dgm:spPr/>
    </dgm:pt>
    <dgm:pt modelId="{986268B8-1005-7044-B01E-0606585DE488}" type="pres">
      <dgm:prSet presAssocID="{8F0EB347-B362-6B46-8B1D-84A0F75246DB}" presName="childNode" presStyleLbl="node1" presStyleIdx="11" presStyleCnt="13">
        <dgm:presLayoutVars>
          <dgm:bulletEnabled val="1"/>
        </dgm:presLayoutVars>
      </dgm:prSet>
      <dgm:spPr/>
    </dgm:pt>
    <dgm:pt modelId="{EC7A9DDF-F374-6949-BBEF-CEF22E6BBC73}" type="pres">
      <dgm:prSet presAssocID="{8F0EB347-B362-6B46-8B1D-84A0F75246DB}" presName="aSpace2" presStyleCnt="0"/>
      <dgm:spPr/>
    </dgm:pt>
    <dgm:pt modelId="{EE460D97-2564-3844-BD69-AD46E39AFB2E}" type="pres">
      <dgm:prSet presAssocID="{BACD6540-320B-5640-B8E8-B7D6138CD4FC}" presName="childNode" presStyleLbl="node1" presStyleIdx="12" presStyleCnt="13">
        <dgm:presLayoutVars>
          <dgm:bulletEnabled val="1"/>
        </dgm:presLayoutVars>
      </dgm:prSet>
      <dgm:spPr/>
    </dgm:pt>
  </dgm:ptLst>
  <dgm:cxnLst>
    <dgm:cxn modelId="{9E9E1503-0602-ED4A-AE89-7EC68CEBC08B}" type="presOf" srcId="{30BDE685-EE7E-2C40-8845-15F2D08EF9AE}" destId="{5F0502AB-B815-A44A-AC3D-D5BEE8147285}" srcOrd="0" destOrd="0" presId="urn:microsoft.com/office/officeart/2005/8/layout/lProcess2"/>
    <dgm:cxn modelId="{BA878111-BB98-8148-884D-66C5F4D58A3D}" type="presOf" srcId="{987E80F4-4957-9442-A379-152BF42510B4}" destId="{142F5EFA-F846-8948-94FE-FE9A0185A796}" srcOrd="0" destOrd="0" presId="urn:microsoft.com/office/officeart/2005/8/layout/lProcess2"/>
    <dgm:cxn modelId="{2BDDEA29-092E-004B-AEF6-6EF750BBDC7A}" srcId="{C8CDDC7D-ABE9-AE45-B701-196BDA32886D}" destId="{30BDE685-EE7E-2C40-8845-15F2D08EF9AE}" srcOrd="2" destOrd="0" parTransId="{5D52BAE5-B642-774E-9334-178A5EE024C7}" sibTransId="{730E3E95-0040-9C4F-989C-75F16F3C8E9E}"/>
    <dgm:cxn modelId="{939B1D2C-6D81-F748-8A33-44116AD46002}" type="presOf" srcId="{D8C750D6-3747-8B47-939C-44F7124C198C}" destId="{2E451779-B828-E942-9361-DCE5D9E358CA}" srcOrd="1" destOrd="0" presId="urn:microsoft.com/office/officeart/2005/8/layout/lProcess2"/>
    <dgm:cxn modelId="{13A4B32D-4A6A-5544-8955-B29B2C320A89}" type="presOf" srcId="{E6617F0A-0793-9C4E-ADE7-EFC055188DE0}" destId="{317FB8F6-D68A-F744-82BA-BB5AF023934D}" srcOrd="1" destOrd="0" presId="urn:microsoft.com/office/officeart/2005/8/layout/lProcess2"/>
    <dgm:cxn modelId="{C4C8272E-122D-1347-BA5D-1F986E3B27E4}" type="presOf" srcId="{6DD2147E-4CDD-CA49-A11A-2D0AEE346570}" destId="{3BA12D39-E505-8B42-B58D-89B664374C5E}" srcOrd="0" destOrd="0" presId="urn:microsoft.com/office/officeart/2005/8/layout/lProcess2"/>
    <dgm:cxn modelId="{88F48B3A-7928-F145-BB31-F26855267E0C}" type="presOf" srcId="{0E0EA7F2-A880-CD49-BFF6-0381692454B0}" destId="{4A4895CC-4AA9-3444-94D7-53D2E3575446}" srcOrd="0" destOrd="0" presId="urn:microsoft.com/office/officeart/2005/8/layout/lProcess2"/>
    <dgm:cxn modelId="{8BAAF761-2CA9-654D-8D0F-064AA5C174A1}" type="presOf" srcId="{6C911058-BCBC-4E41-992E-2EC34A36963E}" destId="{D12254BF-6258-2644-A9CD-FD56E0B38A52}" srcOrd="0" destOrd="0" presId="urn:microsoft.com/office/officeart/2005/8/layout/lProcess2"/>
    <dgm:cxn modelId="{FBD03A43-B540-B94E-B0E7-397561D2A0AA}" srcId="{C8CDDC7D-ABE9-AE45-B701-196BDA32886D}" destId="{8073CCC0-4E58-A245-A8F0-9B19E0FCD739}" srcOrd="0" destOrd="0" parTransId="{C066ACE4-713A-1547-8015-B90516BD64FD}" sibTransId="{9F4A9B33-28FC-9A46-9C48-5B925982D325}"/>
    <dgm:cxn modelId="{6382CD47-841A-AC4F-A18A-9B667EED9493}" srcId="{2ADE6CFE-AFB1-CE4D-A691-0912626020B4}" destId="{6C911058-BCBC-4E41-992E-2EC34A36963E}" srcOrd="1" destOrd="0" parTransId="{D9D7FA7F-ECD7-4C4C-8027-238F36C02DB0}" sibTransId="{1411ADE1-3F1F-CD43-8201-0BE49AC64A28}"/>
    <dgm:cxn modelId="{D4FD736A-F8BC-F045-BEEF-C88D02C51811}" srcId="{8791FF42-A696-094D-8730-B3CF0C17D0AB}" destId="{3ADF1FDA-F99B-B44E-AB69-2412CA8EFE67}" srcOrd="0" destOrd="0" parTransId="{EED9AAA7-34CB-244D-AC0D-4F9ACE8F905A}" sibTransId="{5A3EED86-3150-7A47-B611-3E49002585BD}"/>
    <dgm:cxn modelId="{C859D84B-5E1F-F742-9DDC-64E077766F84}" srcId="{E6617F0A-0793-9C4E-ADE7-EFC055188DE0}" destId="{987E80F4-4957-9442-A379-152BF42510B4}" srcOrd="1" destOrd="0" parTransId="{6385FE2A-49A4-1648-84CD-03964925E516}" sibTransId="{06462DF7-6494-5145-9E51-95F64693DF7A}"/>
    <dgm:cxn modelId="{3B61EC50-23C2-2C47-8FD2-70359753660D}" srcId="{D8C750D6-3747-8B47-939C-44F7124C198C}" destId="{BACD6540-320B-5640-B8E8-B7D6138CD4FC}" srcOrd="2" destOrd="0" parTransId="{4F78003C-B66F-F74A-91BF-AB245198654D}" sibTransId="{20475480-5FA1-7546-B8A4-1E03AD824BD7}"/>
    <dgm:cxn modelId="{5E52F153-EA1C-D44D-B9DF-77B7C7368AC3}" srcId="{0E0EA7F2-A880-CD49-BFF6-0381692454B0}" destId="{E6617F0A-0793-9C4E-ADE7-EFC055188DE0}" srcOrd="2" destOrd="0" parTransId="{503636AC-2F93-EC41-972A-45AEECA76251}" sibTransId="{B8491AF1-8A5E-6846-A3AD-F19C46A32645}"/>
    <dgm:cxn modelId="{844DAA74-1883-384A-9446-76598CC3B965}" srcId="{0E0EA7F2-A880-CD49-BFF6-0381692454B0}" destId="{8791FF42-A696-094D-8730-B3CF0C17D0AB}" srcOrd="0" destOrd="0" parTransId="{2C4BB3B7-3411-3546-B2F8-5002C4FD14F6}" sibTransId="{F5D35888-95F3-F041-9CF2-7F4E3DD2435B}"/>
    <dgm:cxn modelId="{2AAB4755-03CF-2044-9786-C0BE3E4A8B8E}" type="presOf" srcId="{3B41EFBC-3418-544F-BB8F-0C4A55FDBA09}" destId="{07458DD1-3CB7-E34C-B109-CDA8A11D81D4}" srcOrd="0" destOrd="0" presId="urn:microsoft.com/office/officeart/2005/8/layout/lProcess2"/>
    <dgm:cxn modelId="{378BFC81-1D4D-364C-8C24-3E0EFA9C4766}" type="presOf" srcId="{C8CDDC7D-ABE9-AE45-B701-196BDA32886D}" destId="{94A38CAD-28CF-474F-AC2F-F52BA688F3E3}" srcOrd="0" destOrd="0" presId="urn:microsoft.com/office/officeart/2005/8/layout/lProcess2"/>
    <dgm:cxn modelId="{43B3CC82-4FB8-1441-9D3C-28DB76B8A046}" srcId="{2ADE6CFE-AFB1-CE4D-A691-0912626020B4}" destId="{DA7608F7-E431-844D-90AD-6D0B5B89E938}" srcOrd="0" destOrd="0" parTransId="{3D7892BF-EBD5-2B41-B3A5-19220803C42B}" sibTransId="{283D09F9-732E-F24F-9D98-B3DA7DB68109}"/>
    <dgm:cxn modelId="{F61ECB84-6ED3-FF47-A376-5581CF04B7A2}" type="presOf" srcId="{DA7608F7-E431-844D-90AD-6D0B5B89E938}" destId="{AD441F5C-6E6C-D849-BDD5-D7F149917C1D}" srcOrd="0" destOrd="0" presId="urn:microsoft.com/office/officeart/2005/8/layout/lProcess2"/>
    <dgm:cxn modelId="{6ACC1C97-3BCF-CF41-8057-8F77554BB036}" srcId="{0E0EA7F2-A880-CD49-BFF6-0381692454B0}" destId="{C8CDDC7D-ABE9-AE45-B701-196BDA32886D}" srcOrd="1" destOrd="0" parTransId="{9DD4D81D-9B39-234D-A1FF-636647CF1DC7}" sibTransId="{C3819E3F-AB07-F746-A9A0-3F2ABA30DCE7}"/>
    <dgm:cxn modelId="{20061CAA-13DE-1149-8B2F-51D141FA58E1}" srcId="{8791FF42-A696-094D-8730-B3CF0C17D0AB}" destId="{61372295-6CF1-B24F-9538-2EC4BE475B7D}" srcOrd="1" destOrd="0" parTransId="{8F99CECD-BF97-E443-B1D1-66C207F99F0B}" sibTransId="{037F9D19-DB62-DC46-B387-C00A5E72B8F7}"/>
    <dgm:cxn modelId="{200F93AC-BDA8-CB4E-8D37-555283692847}" type="presOf" srcId="{2ADE6CFE-AFB1-CE4D-A691-0912626020B4}" destId="{DC4CBE7E-5624-1A48-86C6-356BADD05AC3}" srcOrd="0" destOrd="0" presId="urn:microsoft.com/office/officeart/2005/8/layout/lProcess2"/>
    <dgm:cxn modelId="{EE5B50AD-8516-A948-9883-66C6289E2746}" srcId="{0E0EA7F2-A880-CD49-BFF6-0381692454B0}" destId="{D8C750D6-3747-8B47-939C-44F7124C198C}" srcOrd="4" destOrd="0" parTransId="{03429BC4-DFBC-D94C-8C0F-712AF18006EC}" sibTransId="{FD176EC1-D8B5-724B-8D6F-888EDCEF96E7}"/>
    <dgm:cxn modelId="{41EDC0AD-9592-1D42-A343-2EFA20004189}" type="presOf" srcId="{C51F8E39-F389-A648-AB3C-EC03791C8B08}" destId="{F7B18B93-A2A7-0040-BD6D-241899CB1CE2}" srcOrd="0" destOrd="0" presId="urn:microsoft.com/office/officeart/2005/8/layout/lProcess2"/>
    <dgm:cxn modelId="{82BDFFBC-747C-F448-96ED-E6DBC39DE072}" type="presOf" srcId="{78FC65A7-7B90-A54C-97F3-FB3189720258}" destId="{E0A1B13E-A659-F446-B258-E3AFF42EBB6F}" srcOrd="0" destOrd="0" presId="urn:microsoft.com/office/officeart/2005/8/layout/lProcess2"/>
    <dgm:cxn modelId="{AE986DBD-E8EE-F94A-9E97-E46462E26742}" type="presOf" srcId="{2ADE6CFE-AFB1-CE4D-A691-0912626020B4}" destId="{CF88B3DE-F722-C549-9089-929C99F9FF2C}" srcOrd="1" destOrd="0" presId="urn:microsoft.com/office/officeart/2005/8/layout/lProcess2"/>
    <dgm:cxn modelId="{19DB14C3-1CB2-F64F-8E0E-93DFA7BDD4A1}" srcId="{E6617F0A-0793-9C4E-ADE7-EFC055188DE0}" destId="{C51F8E39-F389-A648-AB3C-EC03791C8B08}" srcOrd="0" destOrd="0" parTransId="{426B1212-BB58-1044-B24A-83251DE57B23}" sibTransId="{A0EE726A-983D-5F4B-9011-F949F740FA88}"/>
    <dgm:cxn modelId="{FAFEC4CA-4A43-1942-B880-6BA2A20326AE}" type="presOf" srcId="{D8C750D6-3747-8B47-939C-44F7124C198C}" destId="{BBAC20CE-6435-C34B-BC47-21B66ABAD05D}" srcOrd="0" destOrd="0" presId="urn:microsoft.com/office/officeart/2005/8/layout/lProcess2"/>
    <dgm:cxn modelId="{A57691CE-739F-7343-86D3-84703052155F}" type="presOf" srcId="{8791FF42-A696-094D-8730-B3CF0C17D0AB}" destId="{822C3126-DBA7-0540-B63E-5DB4AB6DDF4A}" srcOrd="0" destOrd="0" presId="urn:microsoft.com/office/officeart/2005/8/layout/lProcess2"/>
    <dgm:cxn modelId="{196240D0-8F09-344F-9CDB-DFA522F65A1D}" type="presOf" srcId="{8791FF42-A696-094D-8730-B3CF0C17D0AB}" destId="{CD88AD83-7154-3541-BFFA-7B3F7B56665E}" srcOrd="1" destOrd="0" presId="urn:microsoft.com/office/officeart/2005/8/layout/lProcess2"/>
    <dgm:cxn modelId="{1F3825D4-0CAC-2646-BDC9-7A6046ADACA3}" type="presOf" srcId="{E6617F0A-0793-9C4E-ADE7-EFC055188DE0}" destId="{C1735480-7984-4B4C-A942-F4E9145F3C1C}" srcOrd="0" destOrd="0" presId="urn:microsoft.com/office/officeart/2005/8/layout/lProcess2"/>
    <dgm:cxn modelId="{F33A12D9-4752-484B-845E-8FC9F498FE01}" type="presOf" srcId="{8073CCC0-4E58-A245-A8F0-9B19E0FCD739}" destId="{45202294-A001-F54D-A491-75731DC1B766}" srcOrd="0" destOrd="0" presId="urn:microsoft.com/office/officeart/2005/8/layout/lProcess2"/>
    <dgm:cxn modelId="{C3F7BFDC-64E9-7147-AE15-D19E77153338}" type="presOf" srcId="{3ADF1FDA-F99B-B44E-AB69-2412CA8EFE67}" destId="{F046BC71-29AF-AE42-AC86-6682C43B0A78}" srcOrd="0" destOrd="0" presId="urn:microsoft.com/office/officeart/2005/8/layout/lProcess2"/>
    <dgm:cxn modelId="{AB4E6FE9-8B9A-E440-B7D2-7F6C2DF67614}" srcId="{0E0EA7F2-A880-CD49-BFF6-0381692454B0}" destId="{2ADE6CFE-AFB1-CE4D-A691-0912626020B4}" srcOrd="3" destOrd="0" parTransId="{462758FD-0C0F-C44D-8839-CC3AAE9B14BA}" sibTransId="{E959D73E-615D-AA48-9379-B0A626C25938}"/>
    <dgm:cxn modelId="{BF9809EA-F9B1-0348-8A34-8399D0343F24}" type="presOf" srcId="{BACD6540-320B-5640-B8E8-B7D6138CD4FC}" destId="{EE460D97-2564-3844-BD69-AD46E39AFB2E}" srcOrd="0" destOrd="0" presId="urn:microsoft.com/office/officeart/2005/8/layout/lProcess2"/>
    <dgm:cxn modelId="{FED8FCEF-86FB-FC44-9440-2D12A0FDBB04}" type="presOf" srcId="{61372295-6CF1-B24F-9538-2EC4BE475B7D}" destId="{A357C59C-B7B6-3645-B408-95769C169168}" srcOrd="0" destOrd="0" presId="urn:microsoft.com/office/officeart/2005/8/layout/lProcess2"/>
    <dgm:cxn modelId="{7D56F7F3-9DCE-7240-A1AC-010F9A4F5DF3}" type="presOf" srcId="{C8CDDC7D-ABE9-AE45-B701-196BDA32886D}" destId="{BC44F8CF-DBCC-8842-A5F4-CCF7B5B1E39D}" srcOrd="1" destOrd="0" presId="urn:microsoft.com/office/officeart/2005/8/layout/lProcess2"/>
    <dgm:cxn modelId="{C40C30F7-799E-2247-8EF6-A44AE07159A8}" type="presOf" srcId="{8F0EB347-B362-6B46-8B1D-84A0F75246DB}" destId="{986268B8-1005-7044-B01E-0606585DE488}" srcOrd="0" destOrd="0" presId="urn:microsoft.com/office/officeart/2005/8/layout/lProcess2"/>
    <dgm:cxn modelId="{F571FEF7-9927-044C-BE29-BDD16881DC33}" srcId="{C8CDDC7D-ABE9-AE45-B701-196BDA32886D}" destId="{6DD2147E-4CDD-CA49-A11A-2D0AEE346570}" srcOrd="1" destOrd="0" parTransId="{5BB3A3AD-6979-6A44-9AF6-D7D545607D23}" sibTransId="{54428B96-5234-0643-9C80-9296A92E7407}"/>
    <dgm:cxn modelId="{149953F8-F8A1-E944-B106-F21C97E6E1AE}" srcId="{2ADE6CFE-AFB1-CE4D-A691-0912626020B4}" destId="{3B41EFBC-3418-544F-BB8F-0C4A55FDBA09}" srcOrd="2" destOrd="0" parTransId="{553766EF-1681-8843-8DF4-AE2ED3EB454B}" sibTransId="{73C8B75D-C545-0541-967F-2496D36E2272}"/>
    <dgm:cxn modelId="{3EA564F9-AC30-954E-9112-005E3F44C640}" srcId="{D8C750D6-3747-8B47-939C-44F7124C198C}" destId="{78FC65A7-7B90-A54C-97F3-FB3189720258}" srcOrd="0" destOrd="0" parTransId="{68320312-5E6C-C842-9465-96A49081BE4F}" sibTransId="{00D8A4F2-185D-534E-83DE-F0B9BDCEBCFC}"/>
    <dgm:cxn modelId="{CFF371FF-5117-D24E-B5D9-EE68174D9B4E}" srcId="{D8C750D6-3747-8B47-939C-44F7124C198C}" destId="{8F0EB347-B362-6B46-8B1D-84A0F75246DB}" srcOrd="1" destOrd="0" parTransId="{EA303C0B-7996-EB45-84D4-676D210A8DEB}" sibTransId="{5DDB306A-1D7E-844D-9E7F-F69C8EBDD44C}"/>
    <dgm:cxn modelId="{93227F74-A267-6C4B-81AB-C5E2A0925660}" type="presParOf" srcId="{4A4895CC-4AA9-3444-94D7-53D2E3575446}" destId="{7813EFDA-9C6F-5541-A068-CEDEE9FF75CD}" srcOrd="0" destOrd="0" presId="urn:microsoft.com/office/officeart/2005/8/layout/lProcess2"/>
    <dgm:cxn modelId="{947B69F4-4BF5-F343-AF54-8DF132CC513C}" type="presParOf" srcId="{7813EFDA-9C6F-5541-A068-CEDEE9FF75CD}" destId="{822C3126-DBA7-0540-B63E-5DB4AB6DDF4A}" srcOrd="0" destOrd="0" presId="urn:microsoft.com/office/officeart/2005/8/layout/lProcess2"/>
    <dgm:cxn modelId="{D4995C1B-1C99-364B-91D7-1B0F56B2FE46}" type="presParOf" srcId="{7813EFDA-9C6F-5541-A068-CEDEE9FF75CD}" destId="{CD88AD83-7154-3541-BFFA-7B3F7B56665E}" srcOrd="1" destOrd="0" presId="urn:microsoft.com/office/officeart/2005/8/layout/lProcess2"/>
    <dgm:cxn modelId="{A7018E66-DFD7-274F-A3B0-C9C03957B290}" type="presParOf" srcId="{7813EFDA-9C6F-5541-A068-CEDEE9FF75CD}" destId="{7810FACC-2D9D-E346-9ABB-F557A9987021}" srcOrd="2" destOrd="0" presId="urn:microsoft.com/office/officeart/2005/8/layout/lProcess2"/>
    <dgm:cxn modelId="{9BF68EC9-8BF1-D24B-84D5-A1F2ABBD5FFE}" type="presParOf" srcId="{7810FACC-2D9D-E346-9ABB-F557A9987021}" destId="{28DC3F60-382B-BF4B-A94C-B7F427C4999D}" srcOrd="0" destOrd="0" presId="urn:microsoft.com/office/officeart/2005/8/layout/lProcess2"/>
    <dgm:cxn modelId="{17C2DCCD-B257-4C40-BE20-F9B6807CA50B}" type="presParOf" srcId="{28DC3F60-382B-BF4B-A94C-B7F427C4999D}" destId="{F046BC71-29AF-AE42-AC86-6682C43B0A78}" srcOrd="0" destOrd="0" presId="urn:microsoft.com/office/officeart/2005/8/layout/lProcess2"/>
    <dgm:cxn modelId="{D9F2A8AF-C04B-DD49-BEB6-00E8C78328D8}" type="presParOf" srcId="{28DC3F60-382B-BF4B-A94C-B7F427C4999D}" destId="{27FC284D-4747-6443-B977-1633A92A4705}" srcOrd="1" destOrd="0" presId="urn:microsoft.com/office/officeart/2005/8/layout/lProcess2"/>
    <dgm:cxn modelId="{0A557BB4-36CB-8B4C-B320-CB69719CCC30}" type="presParOf" srcId="{28DC3F60-382B-BF4B-A94C-B7F427C4999D}" destId="{A357C59C-B7B6-3645-B408-95769C169168}" srcOrd="2" destOrd="0" presId="urn:microsoft.com/office/officeart/2005/8/layout/lProcess2"/>
    <dgm:cxn modelId="{8807ED87-372B-7E4F-82DA-865B72A0BAD6}" type="presParOf" srcId="{4A4895CC-4AA9-3444-94D7-53D2E3575446}" destId="{FFCF2053-2F94-7F49-A51B-1F80B846789C}" srcOrd="1" destOrd="0" presId="urn:microsoft.com/office/officeart/2005/8/layout/lProcess2"/>
    <dgm:cxn modelId="{437D7705-B51B-1C42-9CFA-520BA4E8FEB3}" type="presParOf" srcId="{4A4895CC-4AA9-3444-94D7-53D2E3575446}" destId="{C343FD9C-C4BF-A941-AABE-B25E2CD7E902}" srcOrd="2" destOrd="0" presId="urn:microsoft.com/office/officeart/2005/8/layout/lProcess2"/>
    <dgm:cxn modelId="{58257651-07E5-1A48-9DEC-79A5A787754A}" type="presParOf" srcId="{C343FD9C-C4BF-A941-AABE-B25E2CD7E902}" destId="{94A38CAD-28CF-474F-AC2F-F52BA688F3E3}" srcOrd="0" destOrd="0" presId="urn:microsoft.com/office/officeart/2005/8/layout/lProcess2"/>
    <dgm:cxn modelId="{98543F97-9B29-404B-9FA1-97AB7F6F9C34}" type="presParOf" srcId="{C343FD9C-C4BF-A941-AABE-B25E2CD7E902}" destId="{BC44F8CF-DBCC-8842-A5F4-CCF7B5B1E39D}" srcOrd="1" destOrd="0" presId="urn:microsoft.com/office/officeart/2005/8/layout/lProcess2"/>
    <dgm:cxn modelId="{C927F149-2399-034E-902F-141072E97A67}" type="presParOf" srcId="{C343FD9C-C4BF-A941-AABE-B25E2CD7E902}" destId="{F7DB1833-FF8D-454C-A345-29F845E204BB}" srcOrd="2" destOrd="0" presId="urn:microsoft.com/office/officeart/2005/8/layout/lProcess2"/>
    <dgm:cxn modelId="{994EFFF3-7BEC-0940-B56B-D18363E6D82B}" type="presParOf" srcId="{F7DB1833-FF8D-454C-A345-29F845E204BB}" destId="{C3ACC975-2245-8F46-AF7A-9D9BC37E7AA8}" srcOrd="0" destOrd="0" presId="urn:microsoft.com/office/officeart/2005/8/layout/lProcess2"/>
    <dgm:cxn modelId="{7FDC1EB1-0F50-1845-BB64-4CAC45CD140C}" type="presParOf" srcId="{C3ACC975-2245-8F46-AF7A-9D9BC37E7AA8}" destId="{45202294-A001-F54D-A491-75731DC1B766}" srcOrd="0" destOrd="0" presId="urn:microsoft.com/office/officeart/2005/8/layout/lProcess2"/>
    <dgm:cxn modelId="{1D64E99A-15EC-0147-97C8-0FDD5D519DA3}" type="presParOf" srcId="{C3ACC975-2245-8F46-AF7A-9D9BC37E7AA8}" destId="{22D5140B-49DE-ED47-8D47-F694469EFEFB}" srcOrd="1" destOrd="0" presId="urn:microsoft.com/office/officeart/2005/8/layout/lProcess2"/>
    <dgm:cxn modelId="{E5C88289-1EE6-5741-8662-A844C06A6886}" type="presParOf" srcId="{C3ACC975-2245-8F46-AF7A-9D9BC37E7AA8}" destId="{3BA12D39-E505-8B42-B58D-89B664374C5E}" srcOrd="2" destOrd="0" presId="urn:microsoft.com/office/officeart/2005/8/layout/lProcess2"/>
    <dgm:cxn modelId="{F301930D-D978-FC42-9CAC-BA8E8BB19F3A}" type="presParOf" srcId="{C3ACC975-2245-8F46-AF7A-9D9BC37E7AA8}" destId="{DA35254F-980C-5F4F-9B75-E10269D7D030}" srcOrd="3" destOrd="0" presId="urn:microsoft.com/office/officeart/2005/8/layout/lProcess2"/>
    <dgm:cxn modelId="{05CD8FE8-9CC6-204B-82A4-73EC05B0F937}" type="presParOf" srcId="{C3ACC975-2245-8F46-AF7A-9D9BC37E7AA8}" destId="{5F0502AB-B815-A44A-AC3D-D5BEE8147285}" srcOrd="4" destOrd="0" presId="urn:microsoft.com/office/officeart/2005/8/layout/lProcess2"/>
    <dgm:cxn modelId="{FB554B4C-F30B-FA4F-B2A2-7F37C21D8C86}" type="presParOf" srcId="{4A4895CC-4AA9-3444-94D7-53D2E3575446}" destId="{E0DB565F-42BD-644E-8EF7-B6BA90B0AC40}" srcOrd="3" destOrd="0" presId="urn:microsoft.com/office/officeart/2005/8/layout/lProcess2"/>
    <dgm:cxn modelId="{79393DCD-71AB-4641-96A6-B458A0AB8226}" type="presParOf" srcId="{4A4895CC-4AA9-3444-94D7-53D2E3575446}" destId="{DB00388B-DD96-7E4F-B44E-31BE0570EA1F}" srcOrd="4" destOrd="0" presId="urn:microsoft.com/office/officeart/2005/8/layout/lProcess2"/>
    <dgm:cxn modelId="{B7327BF7-C9FD-034D-A92B-FB12EEE00EF3}" type="presParOf" srcId="{DB00388B-DD96-7E4F-B44E-31BE0570EA1F}" destId="{C1735480-7984-4B4C-A942-F4E9145F3C1C}" srcOrd="0" destOrd="0" presId="urn:microsoft.com/office/officeart/2005/8/layout/lProcess2"/>
    <dgm:cxn modelId="{C3D14D6D-9AB0-834C-AF45-526E6A767B6A}" type="presParOf" srcId="{DB00388B-DD96-7E4F-B44E-31BE0570EA1F}" destId="{317FB8F6-D68A-F744-82BA-BB5AF023934D}" srcOrd="1" destOrd="0" presId="urn:microsoft.com/office/officeart/2005/8/layout/lProcess2"/>
    <dgm:cxn modelId="{B552E8B7-C218-4940-91BD-75D954DD927E}" type="presParOf" srcId="{DB00388B-DD96-7E4F-B44E-31BE0570EA1F}" destId="{02F78384-AD66-424A-A900-1AD192C21B58}" srcOrd="2" destOrd="0" presId="urn:microsoft.com/office/officeart/2005/8/layout/lProcess2"/>
    <dgm:cxn modelId="{7316DA0C-47FA-1449-A938-5458A001EF39}" type="presParOf" srcId="{02F78384-AD66-424A-A900-1AD192C21B58}" destId="{91D43382-C9E4-9941-A1CE-C80A37281D50}" srcOrd="0" destOrd="0" presId="urn:microsoft.com/office/officeart/2005/8/layout/lProcess2"/>
    <dgm:cxn modelId="{9B9017C1-F58D-184E-80D7-D6263E34DE81}" type="presParOf" srcId="{91D43382-C9E4-9941-A1CE-C80A37281D50}" destId="{F7B18B93-A2A7-0040-BD6D-241899CB1CE2}" srcOrd="0" destOrd="0" presId="urn:microsoft.com/office/officeart/2005/8/layout/lProcess2"/>
    <dgm:cxn modelId="{A9564860-E437-C84C-A16D-5870A820B6F4}" type="presParOf" srcId="{91D43382-C9E4-9941-A1CE-C80A37281D50}" destId="{937E35A5-0679-3745-BB8C-40DA6C8BF532}" srcOrd="1" destOrd="0" presId="urn:microsoft.com/office/officeart/2005/8/layout/lProcess2"/>
    <dgm:cxn modelId="{1AED7D59-3BBA-EB4A-802A-FA8A80F77221}" type="presParOf" srcId="{91D43382-C9E4-9941-A1CE-C80A37281D50}" destId="{142F5EFA-F846-8948-94FE-FE9A0185A796}" srcOrd="2" destOrd="0" presId="urn:microsoft.com/office/officeart/2005/8/layout/lProcess2"/>
    <dgm:cxn modelId="{A2727112-3F13-C840-A247-4BADA2D2C07D}" type="presParOf" srcId="{4A4895CC-4AA9-3444-94D7-53D2E3575446}" destId="{7A35FE64-FF00-F440-94AD-6DBFD9DCDDC1}" srcOrd="5" destOrd="0" presId="urn:microsoft.com/office/officeart/2005/8/layout/lProcess2"/>
    <dgm:cxn modelId="{BA3B2F9E-EEB8-2E43-AD1F-95AA7302EE6E}" type="presParOf" srcId="{4A4895CC-4AA9-3444-94D7-53D2E3575446}" destId="{E411C885-5450-154B-864C-F7FB207E60D1}" srcOrd="6" destOrd="0" presId="urn:microsoft.com/office/officeart/2005/8/layout/lProcess2"/>
    <dgm:cxn modelId="{0D0EAED4-9FAA-F34E-BB87-E6F630AA05C2}" type="presParOf" srcId="{E411C885-5450-154B-864C-F7FB207E60D1}" destId="{DC4CBE7E-5624-1A48-86C6-356BADD05AC3}" srcOrd="0" destOrd="0" presId="urn:microsoft.com/office/officeart/2005/8/layout/lProcess2"/>
    <dgm:cxn modelId="{FEF39DF0-B8F7-E042-9629-291FC4E30285}" type="presParOf" srcId="{E411C885-5450-154B-864C-F7FB207E60D1}" destId="{CF88B3DE-F722-C549-9089-929C99F9FF2C}" srcOrd="1" destOrd="0" presId="urn:microsoft.com/office/officeart/2005/8/layout/lProcess2"/>
    <dgm:cxn modelId="{584EEE47-7D0E-5D41-AA3B-2AA236D8A448}" type="presParOf" srcId="{E411C885-5450-154B-864C-F7FB207E60D1}" destId="{6CD29A2D-CE64-B141-BF6B-CF9F9C1FC7B7}" srcOrd="2" destOrd="0" presId="urn:microsoft.com/office/officeart/2005/8/layout/lProcess2"/>
    <dgm:cxn modelId="{40001819-979F-FB4E-94DB-62919851E5FC}" type="presParOf" srcId="{6CD29A2D-CE64-B141-BF6B-CF9F9C1FC7B7}" destId="{5B909383-CE53-754D-B32B-E5FF0D8DE178}" srcOrd="0" destOrd="0" presId="urn:microsoft.com/office/officeart/2005/8/layout/lProcess2"/>
    <dgm:cxn modelId="{974B032C-319A-694F-9A79-CA4D0979C79C}" type="presParOf" srcId="{5B909383-CE53-754D-B32B-E5FF0D8DE178}" destId="{AD441F5C-6E6C-D849-BDD5-D7F149917C1D}" srcOrd="0" destOrd="0" presId="urn:microsoft.com/office/officeart/2005/8/layout/lProcess2"/>
    <dgm:cxn modelId="{48C311A4-810B-5D4B-8595-FF34A5D2226F}" type="presParOf" srcId="{5B909383-CE53-754D-B32B-E5FF0D8DE178}" destId="{9BDA1419-61C2-8148-AAAE-6C620186B711}" srcOrd="1" destOrd="0" presId="urn:microsoft.com/office/officeart/2005/8/layout/lProcess2"/>
    <dgm:cxn modelId="{91E864BB-6A93-DD46-A6D2-2CBF62E152BF}" type="presParOf" srcId="{5B909383-CE53-754D-B32B-E5FF0D8DE178}" destId="{D12254BF-6258-2644-A9CD-FD56E0B38A52}" srcOrd="2" destOrd="0" presId="urn:microsoft.com/office/officeart/2005/8/layout/lProcess2"/>
    <dgm:cxn modelId="{5AE30B60-8E4F-DF49-91CE-D0ADD9DCE0A1}" type="presParOf" srcId="{5B909383-CE53-754D-B32B-E5FF0D8DE178}" destId="{2FE8D75C-C6FC-794A-8AA8-D01C34E66EB1}" srcOrd="3" destOrd="0" presId="urn:microsoft.com/office/officeart/2005/8/layout/lProcess2"/>
    <dgm:cxn modelId="{8DA9B740-DFF5-E945-AD6F-1B800D6F1727}" type="presParOf" srcId="{5B909383-CE53-754D-B32B-E5FF0D8DE178}" destId="{07458DD1-3CB7-E34C-B109-CDA8A11D81D4}" srcOrd="4" destOrd="0" presId="urn:microsoft.com/office/officeart/2005/8/layout/lProcess2"/>
    <dgm:cxn modelId="{108FE7F0-650C-F94A-84CF-0DC0E5730F81}" type="presParOf" srcId="{4A4895CC-4AA9-3444-94D7-53D2E3575446}" destId="{3BD4BA95-332F-1040-B1C1-AF0FC10FF7AA}" srcOrd="7" destOrd="0" presId="urn:microsoft.com/office/officeart/2005/8/layout/lProcess2"/>
    <dgm:cxn modelId="{55C33BDC-05FB-C349-8E42-D29D053C2B78}" type="presParOf" srcId="{4A4895CC-4AA9-3444-94D7-53D2E3575446}" destId="{A19B2412-B184-8449-9921-6515C21AACA1}" srcOrd="8" destOrd="0" presId="urn:microsoft.com/office/officeart/2005/8/layout/lProcess2"/>
    <dgm:cxn modelId="{5C2566E4-7187-8C49-943B-7E285CA9878F}" type="presParOf" srcId="{A19B2412-B184-8449-9921-6515C21AACA1}" destId="{BBAC20CE-6435-C34B-BC47-21B66ABAD05D}" srcOrd="0" destOrd="0" presId="urn:microsoft.com/office/officeart/2005/8/layout/lProcess2"/>
    <dgm:cxn modelId="{3FD95894-873F-674F-AC2D-E9702CC8FBA1}" type="presParOf" srcId="{A19B2412-B184-8449-9921-6515C21AACA1}" destId="{2E451779-B828-E942-9361-DCE5D9E358CA}" srcOrd="1" destOrd="0" presId="urn:microsoft.com/office/officeart/2005/8/layout/lProcess2"/>
    <dgm:cxn modelId="{5C876386-C7E2-F74D-B40F-9B9002490E2B}" type="presParOf" srcId="{A19B2412-B184-8449-9921-6515C21AACA1}" destId="{4E7AD88D-758A-9645-9D39-777B2BA9C7EB}" srcOrd="2" destOrd="0" presId="urn:microsoft.com/office/officeart/2005/8/layout/lProcess2"/>
    <dgm:cxn modelId="{86B0A026-EF44-B24A-87E9-05495D65DA83}" type="presParOf" srcId="{4E7AD88D-758A-9645-9D39-777B2BA9C7EB}" destId="{EF510C63-3150-ED4C-A912-65C401AD09CD}" srcOrd="0" destOrd="0" presId="urn:microsoft.com/office/officeart/2005/8/layout/lProcess2"/>
    <dgm:cxn modelId="{26B3175B-5F1D-A340-A2B2-8D89005E2FDD}" type="presParOf" srcId="{EF510C63-3150-ED4C-A912-65C401AD09CD}" destId="{E0A1B13E-A659-F446-B258-E3AFF42EBB6F}" srcOrd="0" destOrd="0" presId="urn:microsoft.com/office/officeart/2005/8/layout/lProcess2"/>
    <dgm:cxn modelId="{CEF74CD0-E488-6841-87CA-823C7E4323A2}" type="presParOf" srcId="{EF510C63-3150-ED4C-A912-65C401AD09CD}" destId="{4FB2E0FD-98D1-7C4A-86B3-290DCF051900}" srcOrd="1" destOrd="0" presId="urn:microsoft.com/office/officeart/2005/8/layout/lProcess2"/>
    <dgm:cxn modelId="{7B2DD354-7E6E-CC41-AE6A-338C3228E5DD}" type="presParOf" srcId="{EF510C63-3150-ED4C-A912-65C401AD09CD}" destId="{986268B8-1005-7044-B01E-0606585DE488}" srcOrd="2" destOrd="0" presId="urn:microsoft.com/office/officeart/2005/8/layout/lProcess2"/>
    <dgm:cxn modelId="{BFDDF8EC-2227-2B4E-9060-ECE1457A1B24}" type="presParOf" srcId="{EF510C63-3150-ED4C-A912-65C401AD09CD}" destId="{EC7A9DDF-F374-6949-BBEF-CEF22E6BBC73}" srcOrd="3" destOrd="0" presId="urn:microsoft.com/office/officeart/2005/8/layout/lProcess2"/>
    <dgm:cxn modelId="{C246C1D7-C959-814E-932D-FFF472BFB505}" type="presParOf" srcId="{EF510C63-3150-ED4C-A912-65C401AD09CD}" destId="{EE460D97-2564-3844-BD69-AD46E39AFB2E}" srcOrd="4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9BC7764-A49F-574D-A959-73F8BB233DB6}" type="doc">
      <dgm:prSet loTypeId="urn:microsoft.com/office/officeart/2005/8/layout/default" loCatId="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E453C668-DCC8-A246-A688-FC810D5A9F60}">
      <dgm:prSet custT="1"/>
      <dgm:spPr>
        <a:solidFill>
          <a:srgbClr val="2BB6B0"/>
        </a:solidFill>
      </dgm:spPr>
      <dgm:t>
        <a:bodyPr/>
        <a:lstStyle/>
        <a:p>
          <a:r>
            <a:rPr lang="en-US" sz="1800" b="1">
              <a:solidFill>
                <a:schemeClr val="tx1">
                  <a:lumMod val="85000"/>
                  <a:lumOff val="15000"/>
                </a:schemeClr>
              </a:solidFill>
            </a:rPr>
            <a:t>Electric vehicles</a:t>
          </a:r>
          <a:endParaRPr lang="en-IN" sz="1800" b="1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3A2D8920-2A29-FC4D-8109-25B5414A3795}" type="parTrans" cxnId="{13A5BD00-9201-804A-8979-F5208CCF6BB4}">
      <dgm:prSet/>
      <dgm:spPr/>
      <dgm:t>
        <a:bodyPr/>
        <a:lstStyle/>
        <a:p>
          <a:endParaRPr lang="en-GB"/>
        </a:p>
      </dgm:t>
    </dgm:pt>
    <dgm:pt modelId="{28E2069F-14B7-544B-B627-803E95399C81}" type="sibTrans" cxnId="{13A5BD00-9201-804A-8979-F5208CCF6BB4}">
      <dgm:prSet/>
      <dgm:spPr/>
      <dgm:t>
        <a:bodyPr/>
        <a:lstStyle/>
        <a:p>
          <a:endParaRPr lang="en-GB"/>
        </a:p>
      </dgm:t>
    </dgm:pt>
    <dgm:pt modelId="{5E8F90DC-303D-554F-8E2E-416023EBF2AB}">
      <dgm:prSet custT="1"/>
      <dgm:spPr>
        <a:solidFill>
          <a:srgbClr val="2BB6B0"/>
        </a:solidFill>
      </dgm:spPr>
      <dgm:t>
        <a:bodyPr/>
        <a:lstStyle/>
        <a:p>
          <a:r>
            <a:rPr lang="en-US" sz="1600">
              <a:solidFill>
                <a:schemeClr val="tx1">
                  <a:lumMod val="85000"/>
                  <a:lumOff val="15000"/>
                </a:schemeClr>
              </a:solidFill>
            </a:rPr>
            <a:t>Tesla, BYD use ML in </a:t>
          </a:r>
          <a:r>
            <a:rPr lang="en-US" sz="1600">
              <a:solidFill>
                <a:schemeClr val="tx1">
                  <a:lumMod val="85000"/>
                  <a:lumOff val="15000"/>
                </a:schemeClr>
              </a:solidFill>
              <a:latin typeface="Neue Haas Grotesk Text Pro"/>
            </a:rPr>
            <a:t>Better</a:t>
          </a:r>
          <a:r>
            <a:rPr lang="en-US" sz="1600">
              <a:solidFill>
                <a:schemeClr val="tx1">
                  <a:lumMod val="85000"/>
                  <a:lumOff val="15000"/>
                </a:schemeClr>
              </a:solidFill>
            </a:rPr>
            <a:t> Management System</a:t>
          </a:r>
          <a:endParaRPr lang="en-IN" sz="1600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6AAC699B-41EE-AA4D-A689-CC418C54EB74}" type="parTrans" cxnId="{CBDC966F-81B4-764B-8392-D99957F25FEA}">
      <dgm:prSet/>
      <dgm:spPr/>
      <dgm:t>
        <a:bodyPr/>
        <a:lstStyle/>
        <a:p>
          <a:endParaRPr lang="en-GB"/>
        </a:p>
      </dgm:t>
    </dgm:pt>
    <dgm:pt modelId="{3776616A-3266-044D-9E36-D0B71DAC2762}" type="sibTrans" cxnId="{CBDC966F-81B4-764B-8392-D99957F25FEA}">
      <dgm:prSet/>
      <dgm:spPr/>
      <dgm:t>
        <a:bodyPr/>
        <a:lstStyle/>
        <a:p>
          <a:endParaRPr lang="en-GB"/>
        </a:p>
      </dgm:t>
    </dgm:pt>
    <dgm:pt modelId="{F4870147-3205-4740-B476-58E4C689CB7D}">
      <dgm:prSet custT="1"/>
      <dgm:spPr>
        <a:solidFill>
          <a:srgbClr val="2BB6B0"/>
        </a:solidFill>
      </dgm:spPr>
      <dgm:t>
        <a:bodyPr/>
        <a:lstStyle/>
        <a:p>
          <a:r>
            <a:rPr lang="en-US" sz="1600">
              <a:solidFill>
                <a:schemeClr val="tx1">
                  <a:lumMod val="85000"/>
                  <a:lumOff val="15000"/>
                </a:schemeClr>
              </a:solidFill>
            </a:rPr>
            <a:t>Predict range degradation over years</a:t>
          </a:r>
          <a:endParaRPr lang="en-IN" sz="1600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173BC4C0-6C48-A043-A812-DF10E00BECB2}" type="parTrans" cxnId="{947E1A60-02ED-8647-BB4F-C261D1D8DC7E}">
      <dgm:prSet/>
      <dgm:spPr/>
      <dgm:t>
        <a:bodyPr/>
        <a:lstStyle/>
        <a:p>
          <a:endParaRPr lang="en-GB"/>
        </a:p>
      </dgm:t>
    </dgm:pt>
    <dgm:pt modelId="{BD2D5308-C5EC-9B47-8225-FC82A7ACA02E}" type="sibTrans" cxnId="{947E1A60-02ED-8647-BB4F-C261D1D8DC7E}">
      <dgm:prSet/>
      <dgm:spPr/>
      <dgm:t>
        <a:bodyPr/>
        <a:lstStyle/>
        <a:p>
          <a:endParaRPr lang="en-GB"/>
        </a:p>
      </dgm:t>
    </dgm:pt>
    <dgm:pt modelId="{C4A93B38-37AC-D942-ACB3-02A20F7DB92D}">
      <dgm:prSet custT="1"/>
      <dgm:spPr>
        <a:solidFill>
          <a:srgbClr val="2BB6B0"/>
        </a:solidFill>
      </dgm:spPr>
      <dgm:t>
        <a:bodyPr/>
        <a:lstStyle/>
        <a:p>
          <a:r>
            <a:rPr lang="en-US" sz="1600" dirty="0">
              <a:solidFill>
                <a:schemeClr val="tx1">
                  <a:lumMod val="85000"/>
                  <a:lumOff val="15000"/>
                </a:schemeClr>
              </a:solidFill>
            </a:rPr>
            <a:t>Optimize charging strategies</a:t>
          </a:r>
          <a:endParaRPr lang="en-IN" sz="1600" dirty="0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47652EE9-9F26-BD44-90D4-B07453BEDEDC}" type="parTrans" cxnId="{E899B5E4-1D7F-8C47-8C82-16B606EF15F4}">
      <dgm:prSet/>
      <dgm:spPr/>
      <dgm:t>
        <a:bodyPr/>
        <a:lstStyle/>
        <a:p>
          <a:endParaRPr lang="en-GB"/>
        </a:p>
      </dgm:t>
    </dgm:pt>
    <dgm:pt modelId="{410D36A6-EABF-C74F-9959-1BEFA2983280}" type="sibTrans" cxnId="{E899B5E4-1D7F-8C47-8C82-16B606EF15F4}">
      <dgm:prSet/>
      <dgm:spPr/>
      <dgm:t>
        <a:bodyPr/>
        <a:lstStyle/>
        <a:p>
          <a:endParaRPr lang="en-GB"/>
        </a:p>
      </dgm:t>
    </dgm:pt>
    <dgm:pt modelId="{16DFA8A0-9D6F-2145-9414-E6D52E995C78}">
      <dgm:prSet custT="1"/>
      <dgm:spPr>
        <a:solidFill>
          <a:srgbClr val="2BB6B0"/>
        </a:solidFill>
      </dgm:spPr>
      <dgm:t>
        <a:bodyPr/>
        <a:lstStyle/>
        <a:p>
          <a:r>
            <a:rPr lang="en-US" sz="1800" b="1">
              <a:solidFill>
                <a:schemeClr val="tx1">
                  <a:lumMod val="85000"/>
                  <a:lumOff val="15000"/>
                </a:schemeClr>
              </a:solidFill>
            </a:rPr>
            <a:t>Grid scale energy storage</a:t>
          </a:r>
          <a:endParaRPr lang="en-IN" sz="1800" b="1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7D700C7E-471D-5442-8187-C799D6BC1A4F}" type="parTrans" cxnId="{FF4E12AD-4265-B64C-8B5A-9E41C6613AAA}">
      <dgm:prSet/>
      <dgm:spPr/>
      <dgm:t>
        <a:bodyPr/>
        <a:lstStyle/>
        <a:p>
          <a:endParaRPr lang="en-GB"/>
        </a:p>
      </dgm:t>
    </dgm:pt>
    <dgm:pt modelId="{A9792512-55F3-5D44-B39B-DBBFF5BF590E}" type="sibTrans" cxnId="{FF4E12AD-4265-B64C-8B5A-9E41C6613AAA}">
      <dgm:prSet/>
      <dgm:spPr/>
      <dgm:t>
        <a:bodyPr/>
        <a:lstStyle/>
        <a:p>
          <a:endParaRPr lang="en-GB"/>
        </a:p>
      </dgm:t>
    </dgm:pt>
    <dgm:pt modelId="{6DBCC40F-AC39-8344-BA3D-980C301702DB}">
      <dgm:prSet custT="1"/>
      <dgm:spPr>
        <a:solidFill>
          <a:srgbClr val="2BB6B0"/>
        </a:solidFill>
      </dgm:spPr>
      <dgm:t>
        <a:bodyPr/>
        <a:lstStyle/>
        <a:p>
          <a:r>
            <a:rPr lang="en-US" sz="1600">
              <a:solidFill>
                <a:schemeClr val="tx1">
                  <a:lumMod val="85000"/>
                  <a:lumOff val="15000"/>
                </a:schemeClr>
              </a:solidFill>
            </a:rPr>
            <a:t>Predict when to replace battery packs</a:t>
          </a:r>
          <a:endParaRPr lang="en-IN" sz="1600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959F5E0A-0B8F-1E40-95FE-A7282EA3C9E3}" type="parTrans" cxnId="{62225169-4AD6-BD49-B41B-D9B5C603BBAF}">
      <dgm:prSet/>
      <dgm:spPr/>
      <dgm:t>
        <a:bodyPr/>
        <a:lstStyle/>
        <a:p>
          <a:endParaRPr lang="en-GB"/>
        </a:p>
      </dgm:t>
    </dgm:pt>
    <dgm:pt modelId="{0419B2C4-C620-1A4A-90FD-16085FB8F977}" type="sibTrans" cxnId="{62225169-4AD6-BD49-B41B-D9B5C603BBAF}">
      <dgm:prSet/>
      <dgm:spPr/>
      <dgm:t>
        <a:bodyPr/>
        <a:lstStyle/>
        <a:p>
          <a:endParaRPr lang="en-GB"/>
        </a:p>
      </dgm:t>
    </dgm:pt>
    <dgm:pt modelId="{9774A6E8-7CA5-984D-963E-44AEE118B808}">
      <dgm:prSet custT="1"/>
      <dgm:spPr>
        <a:solidFill>
          <a:srgbClr val="2BB6B0"/>
        </a:solidFill>
      </dgm:spPr>
      <dgm:t>
        <a:bodyPr/>
        <a:lstStyle/>
        <a:p>
          <a:r>
            <a:rPr lang="en-US" sz="1600" dirty="0">
              <a:solidFill>
                <a:schemeClr val="tx1">
                  <a:lumMod val="85000"/>
                  <a:lumOff val="15000"/>
                </a:schemeClr>
              </a:solidFill>
            </a:rPr>
            <a:t>Optimize dispatch schedules</a:t>
          </a:r>
          <a:endParaRPr lang="en-IN" sz="1600" dirty="0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ADA8D255-B480-8242-92B2-B624D078469A}" type="parTrans" cxnId="{E6EA8849-79D3-5F43-9337-F895F10BE1FC}">
      <dgm:prSet/>
      <dgm:spPr/>
      <dgm:t>
        <a:bodyPr/>
        <a:lstStyle/>
        <a:p>
          <a:endParaRPr lang="en-GB"/>
        </a:p>
      </dgm:t>
    </dgm:pt>
    <dgm:pt modelId="{B1D3542D-AFAF-C446-9FCE-7CCA7253421B}" type="sibTrans" cxnId="{E6EA8849-79D3-5F43-9337-F895F10BE1FC}">
      <dgm:prSet/>
      <dgm:spPr/>
      <dgm:t>
        <a:bodyPr/>
        <a:lstStyle/>
        <a:p>
          <a:endParaRPr lang="en-GB"/>
        </a:p>
      </dgm:t>
    </dgm:pt>
    <dgm:pt modelId="{C8EB8FC6-4996-E642-A931-D8ECB1BD9AA3}">
      <dgm:prSet custT="1"/>
      <dgm:spPr>
        <a:solidFill>
          <a:srgbClr val="2BB6B0"/>
        </a:solidFill>
      </dgm:spPr>
      <dgm:t>
        <a:bodyPr/>
        <a:lstStyle/>
        <a:p>
          <a:r>
            <a:rPr lang="en-US" sz="1600">
              <a:solidFill>
                <a:schemeClr val="tx1">
                  <a:lumMod val="85000"/>
                  <a:lumOff val="15000"/>
                </a:schemeClr>
              </a:solidFill>
            </a:rPr>
            <a:t>Reduce operational costs </a:t>
          </a:r>
          <a:endParaRPr lang="en-IN" sz="1600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C57D1AB9-AFF6-0F44-B8C7-B42A9234D280}" type="parTrans" cxnId="{EF17E627-A412-4746-ADD0-FB0CC9F2CD86}">
      <dgm:prSet/>
      <dgm:spPr/>
      <dgm:t>
        <a:bodyPr/>
        <a:lstStyle/>
        <a:p>
          <a:endParaRPr lang="en-GB"/>
        </a:p>
      </dgm:t>
    </dgm:pt>
    <dgm:pt modelId="{CD1FDF88-88B7-664C-8795-DF44852A292C}" type="sibTrans" cxnId="{EF17E627-A412-4746-ADD0-FB0CC9F2CD86}">
      <dgm:prSet/>
      <dgm:spPr/>
      <dgm:t>
        <a:bodyPr/>
        <a:lstStyle/>
        <a:p>
          <a:endParaRPr lang="en-GB"/>
        </a:p>
      </dgm:t>
    </dgm:pt>
    <dgm:pt modelId="{1A8DB358-52C4-6144-A6E2-3D681BAD0168}">
      <dgm:prSet custT="1"/>
      <dgm:spPr>
        <a:solidFill>
          <a:srgbClr val="2BB6B0"/>
        </a:solidFill>
      </dgm:spPr>
      <dgm:t>
        <a:bodyPr/>
        <a:lstStyle/>
        <a:p>
          <a:r>
            <a:rPr lang="en-US" sz="1800" b="1">
              <a:solidFill>
                <a:schemeClr val="tx1">
                  <a:lumMod val="85000"/>
                  <a:lumOff val="15000"/>
                </a:schemeClr>
              </a:solidFill>
            </a:rPr>
            <a:t>Consumer electronics</a:t>
          </a:r>
          <a:endParaRPr lang="en-IN" sz="1800" b="1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ED77FB08-134F-914D-81DE-A6F6CAC8B089}" type="parTrans" cxnId="{D0ED6A74-5920-7D49-9ED3-1C8F9148F508}">
      <dgm:prSet/>
      <dgm:spPr/>
      <dgm:t>
        <a:bodyPr/>
        <a:lstStyle/>
        <a:p>
          <a:endParaRPr lang="en-GB"/>
        </a:p>
      </dgm:t>
    </dgm:pt>
    <dgm:pt modelId="{DA39C2FD-0C01-9E4E-86D2-F1E28E3E9F99}" type="sibTrans" cxnId="{D0ED6A74-5920-7D49-9ED3-1C8F9148F508}">
      <dgm:prSet/>
      <dgm:spPr/>
      <dgm:t>
        <a:bodyPr/>
        <a:lstStyle/>
        <a:p>
          <a:endParaRPr lang="en-GB"/>
        </a:p>
      </dgm:t>
    </dgm:pt>
    <dgm:pt modelId="{40BDE29F-7CC4-6C41-801E-42C03A89E9EC}">
      <dgm:prSet custT="1"/>
      <dgm:spPr>
        <a:solidFill>
          <a:srgbClr val="2BB6B0"/>
        </a:solidFill>
      </dgm:spPr>
      <dgm:t>
        <a:bodyPr/>
        <a:lstStyle/>
        <a:p>
          <a:r>
            <a:rPr lang="en-US" sz="1600">
              <a:solidFill>
                <a:schemeClr val="tx1">
                  <a:lumMod val="85000"/>
                  <a:lumOff val="15000"/>
                </a:schemeClr>
              </a:solidFill>
            </a:rPr>
            <a:t>iPhone battery health features </a:t>
          </a:r>
          <a:endParaRPr lang="en-IN" sz="1600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30369F4F-9A2C-244A-A01C-D73A9E56183D}" type="parTrans" cxnId="{9B7D8ED3-3922-9748-B2BE-2D5BFFDDC722}">
      <dgm:prSet/>
      <dgm:spPr/>
      <dgm:t>
        <a:bodyPr/>
        <a:lstStyle/>
        <a:p>
          <a:endParaRPr lang="en-GB"/>
        </a:p>
      </dgm:t>
    </dgm:pt>
    <dgm:pt modelId="{DD912E90-407E-1B4A-B481-0EFA462174BC}" type="sibTrans" cxnId="{9B7D8ED3-3922-9748-B2BE-2D5BFFDDC722}">
      <dgm:prSet/>
      <dgm:spPr/>
      <dgm:t>
        <a:bodyPr/>
        <a:lstStyle/>
        <a:p>
          <a:endParaRPr lang="en-GB"/>
        </a:p>
      </dgm:t>
    </dgm:pt>
    <dgm:pt modelId="{CCB316F3-5ABA-6944-8A0F-9AAE537C1ADC}">
      <dgm:prSet custT="1"/>
      <dgm:spPr>
        <a:solidFill>
          <a:srgbClr val="2BB6B0"/>
        </a:solidFill>
      </dgm:spPr>
      <dgm:t>
        <a:bodyPr/>
        <a:lstStyle/>
        <a:p>
          <a:r>
            <a:rPr lang="en-US" sz="1600">
              <a:solidFill>
                <a:schemeClr val="tx1">
                  <a:lumMod val="85000"/>
                  <a:lumOff val="15000"/>
                </a:schemeClr>
              </a:solidFill>
            </a:rPr>
            <a:t>Laptop battery wear estimation</a:t>
          </a:r>
          <a:endParaRPr lang="en-IN" sz="1600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BAE629A6-51CD-E847-947F-CC93C48967FA}" type="parTrans" cxnId="{8A567942-D552-9B49-AD67-E890E0209B88}">
      <dgm:prSet/>
      <dgm:spPr/>
      <dgm:t>
        <a:bodyPr/>
        <a:lstStyle/>
        <a:p>
          <a:endParaRPr lang="en-GB"/>
        </a:p>
      </dgm:t>
    </dgm:pt>
    <dgm:pt modelId="{4604305D-58B6-1941-A377-1BBA4CA7B3C7}" type="sibTrans" cxnId="{8A567942-D552-9B49-AD67-E890E0209B88}">
      <dgm:prSet/>
      <dgm:spPr/>
      <dgm:t>
        <a:bodyPr/>
        <a:lstStyle/>
        <a:p>
          <a:endParaRPr lang="en-GB"/>
        </a:p>
      </dgm:t>
    </dgm:pt>
    <dgm:pt modelId="{F5FAE949-8CF6-354A-81A9-52AA96634446}">
      <dgm:prSet custT="1"/>
      <dgm:spPr>
        <a:solidFill>
          <a:srgbClr val="2BB6B0"/>
        </a:solidFill>
      </dgm:spPr>
      <dgm:t>
        <a:bodyPr/>
        <a:lstStyle/>
        <a:p>
          <a:r>
            <a:rPr lang="en-US" sz="1800" b="1">
              <a:solidFill>
                <a:schemeClr val="tx1">
                  <a:lumMod val="85000"/>
                  <a:lumOff val="15000"/>
                </a:schemeClr>
              </a:solidFill>
            </a:rPr>
            <a:t>Medical devices</a:t>
          </a:r>
          <a:endParaRPr lang="en-IN" sz="1800" b="1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7E1C19AE-3526-7449-9D2A-AE2A97688F66}" type="parTrans" cxnId="{153AEAF6-234C-F145-B695-07FCAB68475B}">
      <dgm:prSet/>
      <dgm:spPr/>
      <dgm:t>
        <a:bodyPr/>
        <a:lstStyle/>
        <a:p>
          <a:endParaRPr lang="en-GB"/>
        </a:p>
      </dgm:t>
    </dgm:pt>
    <dgm:pt modelId="{FD92B036-B253-D548-B98E-A6BCA746C1D8}" type="sibTrans" cxnId="{153AEAF6-234C-F145-B695-07FCAB68475B}">
      <dgm:prSet/>
      <dgm:spPr/>
      <dgm:t>
        <a:bodyPr/>
        <a:lstStyle/>
        <a:p>
          <a:endParaRPr lang="en-GB"/>
        </a:p>
      </dgm:t>
    </dgm:pt>
    <dgm:pt modelId="{A744BF82-968B-0546-AC3C-A6011F7A60F1}">
      <dgm:prSet custT="1"/>
      <dgm:spPr>
        <a:solidFill>
          <a:srgbClr val="2BB6B0"/>
        </a:solidFill>
      </dgm:spPr>
      <dgm:t>
        <a:bodyPr/>
        <a:lstStyle/>
        <a:p>
          <a:r>
            <a:rPr lang="en-US" sz="1600">
              <a:solidFill>
                <a:schemeClr val="tx1">
                  <a:lumMod val="85000"/>
                  <a:lumOff val="15000"/>
                </a:schemeClr>
              </a:solidFill>
            </a:rPr>
            <a:t>Pacemakers, portable monitors</a:t>
          </a:r>
          <a:endParaRPr lang="en-IN" sz="1600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668882E1-CC32-8347-B6FC-64F522C623FD}" type="parTrans" cxnId="{A9447D1D-F076-6D49-B20B-B56EBBA53A0B}">
      <dgm:prSet/>
      <dgm:spPr/>
      <dgm:t>
        <a:bodyPr/>
        <a:lstStyle/>
        <a:p>
          <a:endParaRPr lang="en-GB"/>
        </a:p>
      </dgm:t>
    </dgm:pt>
    <dgm:pt modelId="{F9EB1A23-B9ED-8A4E-A131-A4DE8B9D8661}" type="sibTrans" cxnId="{A9447D1D-F076-6D49-B20B-B56EBBA53A0B}">
      <dgm:prSet/>
      <dgm:spPr/>
      <dgm:t>
        <a:bodyPr/>
        <a:lstStyle/>
        <a:p>
          <a:endParaRPr lang="en-GB"/>
        </a:p>
      </dgm:t>
    </dgm:pt>
    <dgm:pt modelId="{6C22961A-6E61-0642-8C23-549869799753}">
      <dgm:prSet custT="1"/>
      <dgm:spPr>
        <a:solidFill>
          <a:srgbClr val="2BB6B0"/>
        </a:solidFill>
      </dgm:spPr>
      <dgm:t>
        <a:bodyPr/>
        <a:lstStyle/>
        <a:p>
          <a:r>
            <a:rPr lang="en-US" sz="1600">
              <a:solidFill>
                <a:schemeClr val="tx1">
                  <a:lumMod val="85000"/>
                  <a:lumOff val="15000"/>
                </a:schemeClr>
              </a:solidFill>
            </a:rPr>
            <a:t>Critical reliability requirements</a:t>
          </a:r>
          <a:endParaRPr lang="en-IN" sz="1600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0E4C39E5-18BC-9E49-AF07-FF0713D8EEDC}" type="parTrans" cxnId="{34C7517D-564E-F142-BFAE-283B4E95C367}">
      <dgm:prSet/>
      <dgm:spPr/>
      <dgm:t>
        <a:bodyPr/>
        <a:lstStyle/>
        <a:p>
          <a:endParaRPr lang="en-GB"/>
        </a:p>
      </dgm:t>
    </dgm:pt>
    <dgm:pt modelId="{78F64C2E-F048-0A4F-A975-9A42C316A3D8}" type="sibTrans" cxnId="{34C7517D-564E-F142-BFAE-283B4E95C367}">
      <dgm:prSet/>
      <dgm:spPr/>
      <dgm:t>
        <a:bodyPr/>
        <a:lstStyle/>
        <a:p>
          <a:endParaRPr lang="en-GB"/>
        </a:p>
      </dgm:t>
    </dgm:pt>
    <dgm:pt modelId="{1E22F4DD-B608-C44B-BA14-603369D4159B}">
      <dgm:prSet custT="1"/>
      <dgm:spPr>
        <a:solidFill>
          <a:srgbClr val="2BB6B0"/>
        </a:solidFill>
      </dgm:spPr>
      <dgm:t>
        <a:bodyPr/>
        <a:lstStyle/>
        <a:p>
          <a:r>
            <a:rPr lang="en-US" sz="1800" b="1">
              <a:solidFill>
                <a:schemeClr val="tx1">
                  <a:lumMod val="85000"/>
                  <a:lumOff val="15000"/>
                </a:schemeClr>
              </a:solidFill>
            </a:rPr>
            <a:t>Aerospace and defense</a:t>
          </a:r>
          <a:endParaRPr lang="en-IN" sz="1800" b="1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953B04CB-D52D-BE4E-B13B-91B1CB4BF7C8}" type="parTrans" cxnId="{690CE781-2BC5-4F48-91FE-98F47F3CFF26}">
      <dgm:prSet/>
      <dgm:spPr/>
      <dgm:t>
        <a:bodyPr/>
        <a:lstStyle/>
        <a:p>
          <a:endParaRPr lang="en-GB"/>
        </a:p>
      </dgm:t>
    </dgm:pt>
    <dgm:pt modelId="{D6139824-BF96-F34A-931D-DF426FD2B86D}" type="sibTrans" cxnId="{690CE781-2BC5-4F48-91FE-98F47F3CFF26}">
      <dgm:prSet/>
      <dgm:spPr/>
      <dgm:t>
        <a:bodyPr/>
        <a:lstStyle/>
        <a:p>
          <a:endParaRPr lang="en-GB"/>
        </a:p>
      </dgm:t>
    </dgm:pt>
    <dgm:pt modelId="{DA38AAE4-C897-C94D-97DA-E8B0E03FC258}">
      <dgm:prSet custT="1"/>
      <dgm:spPr>
        <a:solidFill>
          <a:srgbClr val="2BB6B0"/>
        </a:solidFill>
      </dgm:spPr>
      <dgm:t>
        <a:bodyPr/>
        <a:lstStyle/>
        <a:p>
          <a:r>
            <a:rPr lang="en-US" sz="1600">
              <a:solidFill>
                <a:schemeClr val="tx1">
                  <a:lumMod val="85000"/>
                  <a:lumOff val="15000"/>
                </a:schemeClr>
              </a:solidFill>
            </a:rPr>
            <a:t>Satellite battery management </a:t>
          </a:r>
          <a:endParaRPr lang="en-IN" sz="1600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C920A762-49B0-C340-B70C-96E9AED9D838}" type="parTrans" cxnId="{10C75B3C-817C-A449-9C17-03661A40C5ED}">
      <dgm:prSet/>
      <dgm:spPr/>
      <dgm:t>
        <a:bodyPr/>
        <a:lstStyle/>
        <a:p>
          <a:endParaRPr lang="en-GB"/>
        </a:p>
      </dgm:t>
    </dgm:pt>
    <dgm:pt modelId="{7956DF79-A0CF-D349-B7D3-1282BB24E7C8}" type="sibTrans" cxnId="{10C75B3C-817C-A449-9C17-03661A40C5ED}">
      <dgm:prSet/>
      <dgm:spPr/>
      <dgm:t>
        <a:bodyPr/>
        <a:lstStyle/>
        <a:p>
          <a:endParaRPr lang="en-GB"/>
        </a:p>
      </dgm:t>
    </dgm:pt>
    <dgm:pt modelId="{7306BFCC-5153-034B-946D-6E93E0CB100C}">
      <dgm:prSet custT="1"/>
      <dgm:spPr>
        <a:solidFill>
          <a:srgbClr val="2BB6B0"/>
        </a:solidFill>
      </dgm:spPr>
      <dgm:t>
        <a:bodyPr/>
        <a:lstStyle/>
        <a:p>
          <a:r>
            <a:rPr lang="en-US" sz="1600">
              <a:solidFill>
                <a:schemeClr val="tx1">
                  <a:lumMod val="85000"/>
                  <a:lumOff val="15000"/>
                </a:schemeClr>
              </a:solidFill>
            </a:rPr>
            <a:t>UAV mission planning</a:t>
          </a:r>
          <a:endParaRPr lang="en-IN" sz="1600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9C8B4275-505E-4E41-B1AC-15681B2377A3}" type="parTrans" cxnId="{56BC5810-91AC-6142-8E95-0A140533E447}">
      <dgm:prSet/>
      <dgm:spPr/>
      <dgm:t>
        <a:bodyPr/>
        <a:lstStyle/>
        <a:p>
          <a:endParaRPr lang="en-GB"/>
        </a:p>
      </dgm:t>
    </dgm:pt>
    <dgm:pt modelId="{7D42E0EA-789B-504B-95E5-34BCF8B7F9D1}" type="sibTrans" cxnId="{56BC5810-91AC-6142-8E95-0A140533E447}">
      <dgm:prSet/>
      <dgm:spPr/>
      <dgm:t>
        <a:bodyPr/>
        <a:lstStyle/>
        <a:p>
          <a:endParaRPr lang="en-GB"/>
        </a:p>
      </dgm:t>
    </dgm:pt>
    <dgm:pt modelId="{EE2B9D71-AB6F-DE4F-9740-B8CEF8B46406}" type="pres">
      <dgm:prSet presAssocID="{39BC7764-A49F-574D-A959-73F8BB233DB6}" presName="diagram" presStyleCnt="0">
        <dgm:presLayoutVars>
          <dgm:dir/>
          <dgm:resizeHandles val="exact"/>
        </dgm:presLayoutVars>
      </dgm:prSet>
      <dgm:spPr/>
    </dgm:pt>
    <dgm:pt modelId="{F21D0462-2801-534E-9AAE-AA649D3705BE}" type="pres">
      <dgm:prSet presAssocID="{E453C668-DCC8-A246-A688-FC810D5A9F60}" presName="node" presStyleLbl="node1" presStyleIdx="0" presStyleCnt="5">
        <dgm:presLayoutVars>
          <dgm:bulletEnabled val="1"/>
        </dgm:presLayoutVars>
      </dgm:prSet>
      <dgm:spPr>
        <a:prstGeom prst="roundRect">
          <a:avLst/>
        </a:prstGeom>
      </dgm:spPr>
    </dgm:pt>
    <dgm:pt modelId="{50FC5199-F775-494E-B0A4-64D1A56297B9}" type="pres">
      <dgm:prSet presAssocID="{28E2069F-14B7-544B-B627-803E95399C81}" presName="sibTrans" presStyleCnt="0"/>
      <dgm:spPr/>
    </dgm:pt>
    <dgm:pt modelId="{8F5D336C-C771-BD43-8237-79C1867B10B9}" type="pres">
      <dgm:prSet presAssocID="{16DFA8A0-9D6F-2145-9414-E6D52E995C78}" presName="node" presStyleLbl="node1" presStyleIdx="1" presStyleCnt="5">
        <dgm:presLayoutVars>
          <dgm:bulletEnabled val="1"/>
        </dgm:presLayoutVars>
      </dgm:prSet>
      <dgm:spPr>
        <a:prstGeom prst="roundRect">
          <a:avLst/>
        </a:prstGeom>
      </dgm:spPr>
    </dgm:pt>
    <dgm:pt modelId="{B26C7CA5-8E77-2A44-8510-D0B3A9C99130}" type="pres">
      <dgm:prSet presAssocID="{A9792512-55F3-5D44-B39B-DBBFF5BF590E}" presName="sibTrans" presStyleCnt="0"/>
      <dgm:spPr/>
    </dgm:pt>
    <dgm:pt modelId="{DEF820BF-F4F9-6542-AB46-300A1F47D423}" type="pres">
      <dgm:prSet presAssocID="{1A8DB358-52C4-6144-A6E2-3D681BAD0168}" presName="node" presStyleLbl="node1" presStyleIdx="2" presStyleCnt="5">
        <dgm:presLayoutVars>
          <dgm:bulletEnabled val="1"/>
        </dgm:presLayoutVars>
      </dgm:prSet>
      <dgm:spPr>
        <a:prstGeom prst="roundRect">
          <a:avLst/>
        </a:prstGeom>
      </dgm:spPr>
    </dgm:pt>
    <dgm:pt modelId="{61E6B404-C782-5A4C-97DF-CA1D2E033870}" type="pres">
      <dgm:prSet presAssocID="{DA39C2FD-0C01-9E4E-86D2-F1E28E3E9F99}" presName="sibTrans" presStyleCnt="0"/>
      <dgm:spPr/>
    </dgm:pt>
    <dgm:pt modelId="{F0C5B857-C6D4-CB43-B985-90C20CE1652A}" type="pres">
      <dgm:prSet presAssocID="{F5FAE949-8CF6-354A-81A9-52AA96634446}" presName="node" presStyleLbl="node1" presStyleIdx="3" presStyleCnt="5">
        <dgm:presLayoutVars>
          <dgm:bulletEnabled val="1"/>
        </dgm:presLayoutVars>
      </dgm:prSet>
      <dgm:spPr>
        <a:prstGeom prst="roundRect">
          <a:avLst/>
        </a:prstGeom>
      </dgm:spPr>
    </dgm:pt>
    <dgm:pt modelId="{1DE002DB-E8BB-3042-B696-00F076170D14}" type="pres">
      <dgm:prSet presAssocID="{FD92B036-B253-D548-B98E-A6BCA746C1D8}" presName="sibTrans" presStyleCnt="0"/>
      <dgm:spPr/>
    </dgm:pt>
    <dgm:pt modelId="{48DDBF40-EC9B-5C4A-9DDC-8F0D37B7E706}" type="pres">
      <dgm:prSet presAssocID="{1E22F4DD-B608-C44B-BA14-603369D4159B}" presName="node" presStyleLbl="node1" presStyleIdx="4" presStyleCnt="5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13A5BD00-9201-804A-8979-F5208CCF6BB4}" srcId="{39BC7764-A49F-574D-A959-73F8BB233DB6}" destId="{E453C668-DCC8-A246-A688-FC810D5A9F60}" srcOrd="0" destOrd="0" parTransId="{3A2D8920-2A29-FC4D-8109-25B5414A3795}" sibTransId="{28E2069F-14B7-544B-B627-803E95399C81}"/>
    <dgm:cxn modelId="{AB644A06-E250-ED4A-9CBC-D8442080BB22}" type="presOf" srcId="{16DFA8A0-9D6F-2145-9414-E6D52E995C78}" destId="{8F5D336C-C771-BD43-8237-79C1867B10B9}" srcOrd="0" destOrd="0" presId="urn:microsoft.com/office/officeart/2005/8/layout/default"/>
    <dgm:cxn modelId="{E8131F08-2C2B-6B45-AC64-3B3CF1437C0D}" type="presOf" srcId="{39BC7764-A49F-574D-A959-73F8BB233DB6}" destId="{EE2B9D71-AB6F-DE4F-9740-B8CEF8B46406}" srcOrd="0" destOrd="0" presId="urn:microsoft.com/office/officeart/2005/8/layout/default"/>
    <dgm:cxn modelId="{5CC64209-DDBE-974F-BB97-E7D80651B3C6}" type="presOf" srcId="{C8EB8FC6-4996-E642-A931-D8ECB1BD9AA3}" destId="{8F5D336C-C771-BD43-8237-79C1867B10B9}" srcOrd="0" destOrd="3" presId="urn:microsoft.com/office/officeart/2005/8/layout/default"/>
    <dgm:cxn modelId="{56BC5810-91AC-6142-8E95-0A140533E447}" srcId="{1E22F4DD-B608-C44B-BA14-603369D4159B}" destId="{7306BFCC-5153-034B-946D-6E93E0CB100C}" srcOrd="1" destOrd="0" parTransId="{9C8B4275-505E-4E41-B1AC-15681B2377A3}" sibTransId="{7D42E0EA-789B-504B-95E5-34BCF8B7F9D1}"/>
    <dgm:cxn modelId="{9C05B712-ACD5-5A4D-A4FE-7252E50DBCA0}" type="presOf" srcId="{DA38AAE4-C897-C94D-97DA-E8B0E03FC258}" destId="{48DDBF40-EC9B-5C4A-9DDC-8F0D37B7E706}" srcOrd="0" destOrd="1" presId="urn:microsoft.com/office/officeart/2005/8/layout/default"/>
    <dgm:cxn modelId="{FBB45819-151C-B74A-AE47-79C32FA4FEA2}" type="presOf" srcId="{1A8DB358-52C4-6144-A6E2-3D681BAD0168}" destId="{DEF820BF-F4F9-6542-AB46-300A1F47D423}" srcOrd="0" destOrd="0" presId="urn:microsoft.com/office/officeart/2005/8/layout/default"/>
    <dgm:cxn modelId="{A9447D1D-F076-6D49-B20B-B56EBBA53A0B}" srcId="{F5FAE949-8CF6-354A-81A9-52AA96634446}" destId="{A744BF82-968B-0546-AC3C-A6011F7A60F1}" srcOrd="0" destOrd="0" parTransId="{668882E1-CC32-8347-B6FC-64F522C623FD}" sibTransId="{F9EB1A23-B9ED-8A4E-A131-A4DE8B9D8661}"/>
    <dgm:cxn modelId="{0B43F91E-AE11-2043-A3FA-C440855A8D81}" type="presOf" srcId="{9774A6E8-7CA5-984D-963E-44AEE118B808}" destId="{8F5D336C-C771-BD43-8237-79C1867B10B9}" srcOrd="0" destOrd="2" presId="urn:microsoft.com/office/officeart/2005/8/layout/default"/>
    <dgm:cxn modelId="{EF17E627-A412-4746-ADD0-FB0CC9F2CD86}" srcId="{16DFA8A0-9D6F-2145-9414-E6D52E995C78}" destId="{C8EB8FC6-4996-E642-A931-D8ECB1BD9AA3}" srcOrd="2" destOrd="0" parTransId="{C57D1AB9-AFF6-0F44-B8C7-B42A9234D280}" sibTransId="{CD1FDF88-88B7-664C-8795-DF44852A292C}"/>
    <dgm:cxn modelId="{FC20562E-C627-3D4B-A824-8B9B8D0B8C6F}" type="presOf" srcId="{F5FAE949-8CF6-354A-81A9-52AA96634446}" destId="{F0C5B857-C6D4-CB43-B985-90C20CE1652A}" srcOrd="0" destOrd="0" presId="urn:microsoft.com/office/officeart/2005/8/layout/default"/>
    <dgm:cxn modelId="{4761A538-5D83-FC4D-9EE3-BC5225C07137}" type="presOf" srcId="{6DBCC40F-AC39-8344-BA3D-980C301702DB}" destId="{8F5D336C-C771-BD43-8237-79C1867B10B9}" srcOrd="0" destOrd="1" presId="urn:microsoft.com/office/officeart/2005/8/layout/default"/>
    <dgm:cxn modelId="{10C75B3C-817C-A449-9C17-03661A40C5ED}" srcId="{1E22F4DD-B608-C44B-BA14-603369D4159B}" destId="{DA38AAE4-C897-C94D-97DA-E8B0E03FC258}" srcOrd="0" destOrd="0" parTransId="{C920A762-49B0-C340-B70C-96E9AED9D838}" sibTransId="{7956DF79-A0CF-D349-B7D3-1282BB24E7C8}"/>
    <dgm:cxn modelId="{947E1A60-02ED-8647-BB4F-C261D1D8DC7E}" srcId="{E453C668-DCC8-A246-A688-FC810D5A9F60}" destId="{F4870147-3205-4740-B476-58E4C689CB7D}" srcOrd="1" destOrd="0" parTransId="{173BC4C0-6C48-A043-A812-DF10E00BECB2}" sibTransId="{BD2D5308-C5EC-9B47-8225-FC82A7ACA02E}"/>
    <dgm:cxn modelId="{8A567942-D552-9B49-AD67-E890E0209B88}" srcId="{1A8DB358-52C4-6144-A6E2-3D681BAD0168}" destId="{CCB316F3-5ABA-6944-8A0F-9AAE537C1ADC}" srcOrd="1" destOrd="0" parTransId="{BAE629A6-51CD-E847-947F-CC93C48967FA}" sibTransId="{4604305D-58B6-1941-A377-1BBA4CA7B3C7}"/>
    <dgm:cxn modelId="{65A51763-FDF0-9F44-80B5-0CB884E7BB36}" type="presOf" srcId="{7306BFCC-5153-034B-946D-6E93E0CB100C}" destId="{48DDBF40-EC9B-5C4A-9DDC-8F0D37B7E706}" srcOrd="0" destOrd="2" presId="urn:microsoft.com/office/officeart/2005/8/layout/default"/>
    <dgm:cxn modelId="{3F6ED148-A12F-DC4F-818C-392AD6B62373}" type="presOf" srcId="{A744BF82-968B-0546-AC3C-A6011F7A60F1}" destId="{F0C5B857-C6D4-CB43-B985-90C20CE1652A}" srcOrd="0" destOrd="1" presId="urn:microsoft.com/office/officeart/2005/8/layout/default"/>
    <dgm:cxn modelId="{62225169-4AD6-BD49-B41B-D9B5C603BBAF}" srcId="{16DFA8A0-9D6F-2145-9414-E6D52E995C78}" destId="{6DBCC40F-AC39-8344-BA3D-980C301702DB}" srcOrd="0" destOrd="0" parTransId="{959F5E0A-0B8F-1E40-95FE-A7282EA3C9E3}" sibTransId="{0419B2C4-C620-1A4A-90FD-16085FB8F977}"/>
    <dgm:cxn modelId="{E6EA8849-79D3-5F43-9337-F895F10BE1FC}" srcId="{16DFA8A0-9D6F-2145-9414-E6D52E995C78}" destId="{9774A6E8-7CA5-984D-963E-44AEE118B808}" srcOrd="1" destOrd="0" parTransId="{ADA8D255-B480-8242-92B2-B624D078469A}" sibTransId="{B1D3542D-AFAF-C446-9FCE-7CCA7253421B}"/>
    <dgm:cxn modelId="{CBDC966F-81B4-764B-8392-D99957F25FEA}" srcId="{E453C668-DCC8-A246-A688-FC810D5A9F60}" destId="{5E8F90DC-303D-554F-8E2E-416023EBF2AB}" srcOrd="0" destOrd="0" parTransId="{6AAC699B-41EE-AA4D-A689-CC418C54EB74}" sibTransId="{3776616A-3266-044D-9E36-D0B71DAC2762}"/>
    <dgm:cxn modelId="{D0ED6A74-5920-7D49-9ED3-1C8F9148F508}" srcId="{39BC7764-A49F-574D-A959-73F8BB233DB6}" destId="{1A8DB358-52C4-6144-A6E2-3D681BAD0168}" srcOrd="2" destOrd="0" parTransId="{ED77FB08-134F-914D-81DE-A6F6CAC8B089}" sibTransId="{DA39C2FD-0C01-9E4E-86D2-F1E28E3E9F99}"/>
    <dgm:cxn modelId="{DD8C8559-B980-8541-9B08-E86CF20DF703}" type="presOf" srcId="{F4870147-3205-4740-B476-58E4C689CB7D}" destId="{F21D0462-2801-534E-9AAE-AA649D3705BE}" srcOrd="0" destOrd="2" presId="urn:microsoft.com/office/officeart/2005/8/layout/default"/>
    <dgm:cxn modelId="{34C7517D-564E-F142-BFAE-283B4E95C367}" srcId="{F5FAE949-8CF6-354A-81A9-52AA96634446}" destId="{6C22961A-6E61-0642-8C23-549869799753}" srcOrd="1" destOrd="0" parTransId="{0E4C39E5-18BC-9E49-AF07-FF0713D8EEDC}" sibTransId="{78F64C2E-F048-0A4F-A975-9A42C316A3D8}"/>
    <dgm:cxn modelId="{690CE781-2BC5-4F48-91FE-98F47F3CFF26}" srcId="{39BC7764-A49F-574D-A959-73F8BB233DB6}" destId="{1E22F4DD-B608-C44B-BA14-603369D4159B}" srcOrd="4" destOrd="0" parTransId="{953B04CB-D52D-BE4E-B13B-91B1CB4BF7C8}" sibTransId="{D6139824-BF96-F34A-931D-DF426FD2B86D}"/>
    <dgm:cxn modelId="{F1D44799-C567-B54C-996D-3A59310386FD}" type="presOf" srcId="{C4A93B38-37AC-D942-ACB3-02A20F7DB92D}" destId="{F21D0462-2801-534E-9AAE-AA649D3705BE}" srcOrd="0" destOrd="3" presId="urn:microsoft.com/office/officeart/2005/8/layout/default"/>
    <dgm:cxn modelId="{505F8AAC-1490-814A-82EF-61360A59CA4A}" type="presOf" srcId="{5E8F90DC-303D-554F-8E2E-416023EBF2AB}" destId="{F21D0462-2801-534E-9AAE-AA649D3705BE}" srcOrd="0" destOrd="1" presId="urn:microsoft.com/office/officeart/2005/8/layout/default"/>
    <dgm:cxn modelId="{FF4E12AD-4265-B64C-8B5A-9E41C6613AAA}" srcId="{39BC7764-A49F-574D-A959-73F8BB233DB6}" destId="{16DFA8A0-9D6F-2145-9414-E6D52E995C78}" srcOrd="1" destOrd="0" parTransId="{7D700C7E-471D-5442-8187-C799D6BC1A4F}" sibTransId="{A9792512-55F3-5D44-B39B-DBBFF5BF590E}"/>
    <dgm:cxn modelId="{F38CD2BA-2032-F54F-9D29-9994ACDCD059}" type="presOf" srcId="{CCB316F3-5ABA-6944-8A0F-9AAE537C1ADC}" destId="{DEF820BF-F4F9-6542-AB46-300A1F47D423}" srcOrd="0" destOrd="2" presId="urn:microsoft.com/office/officeart/2005/8/layout/default"/>
    <dgm:cxn modelId="{E52D04D0-E493-524F-A63D-96A4C36FC06D}" type="presOf" srcId="{6C22961A-6E61-0642-8C23-549869799753}" destId="{F0C5B857-C6D4-CB43-B985-90C20CE1652A}" srcOrd="0" destOrd="2" presId="urn:microsoft.com/office/officeart/2005/8/layout/default"/>
    <dgm:cxn modelId="{9B7D8ED3-3922-9748-B2BE-2D5BFFDDC722}" srcId="{1A8DB358-52C4-6144-A6E2-3D681BAD0168}" destId="{40BDE29F-7CC4-6C41-801E-42C03A89E9EC}" srcOrd="0" destOrd="0" parTransId="{30369F4F-9A2C-244A-A01C-D73A9E56183D}" sibTransId="{DD912E90-407E-1B4A-B481-0EFA462174BC}"/>
    <dgm:cxn modelId="{F67FA3D5-3829-9F4A-99FA-C72356A3CDD5}" type="presOf" srcId="{40BDE29F-7CC4-6C41-801E-42C03A89E9EC}" destId="{DEF820BF-F4F9-6542-AB46-300A1F47D423}" srcOrd="0" destOrd="1" presId="urn:microsoft.com/office/officeart/2005/8/layout/default"/>
    <dgm:cxn modelId="{E899B5E4-1D7F-8C47-8C82-16B606EF15F4}" srcId="{E453C668-DCC8-A246-A688-FC810D5A9F60}" destId="{C4A93B38-37AC-D942-ACB3-02A20F7DB92D}" srcOrd="2" destOrd="0" parTransId="{47652EE9-9F26-BD44-90D4-B07453BEDEDC}" sibTransId="{410D36A6-EABF-C74F-9959-1BEFA2983280}"/>
    <dgm:cxn modelId="{E5719EF5-E7BF-974F-9F9E-0F4358655F87}" type="presOf" srcId="{E453C668-DCC8-A246-A688-FC810D5A9F60}" destId="{F21D0462-2801-534E-9AAE-AA649D3705BE}" srcOrd="0" destOrd="0" presId="urn:microsoft.com/office/officeart/2005/8/layout/default"/>
    <dgm:cxn modelId="{153AEAF6-234C-F145-B695-07FCAB68475B}" srcId="{39BC7764-A49F-574D-A959-73F8BB233DB6}" destId="{F5FAE949-8CF6-354A-81A9-52AA96634446}" srcOrd="3" destOrd="0" parTransId="{7E1C19AE-3526-7449-9D2A-AE2A97688F66}" sibTransId="{FD92B036-B253-D548-B98E-A6BCA746C1D8}"/>
    <dgm:cxn modelId="{695929FE-178E-F842-9128-A3F745833020}" type="presOf" srcId="{1E22F4DD-B608-C44B-BA14-603369D4159B}" destId="{48DDBF40-EC9B-5C4A-9DDC-8F0D37B7E706}" srcOrd="0" destOrd="0" presId="urn:microsoft.com/office/officeart/2005/8/layout/default"/>
    <dgm:cxn modelId="{0499CCFE-C0C1-3749-965E-EE180D76F123}" type="presParOf" srcId="{EE2B9D71-AB6F-DE4F-9740-B8CEF8B46406}" destId="{F21D0462-2801-534E-9AAE-AA649D3705BE}" srcOrd="0" destOrd="0" presId="urn:microsoft.com/office/officeart/2005/8/layout/default"/>
    <dgm:cxn modelId="{DBE856CC-221C-334C-B722-2A9A7904D54F}" type="presParOf" srcId="{EE2B9D71-AB6F-DE4F-9740-B8CEF8B46406}" destId="{50FC5199-F775-494E-B0A4-64D1A56297B9}" srcOrd="1" destOrd="0" presId="urn:microsoft.com/office/officeart/2005/8/layout/default"/>
    <dgm:cxn modelId="{2E7436BA-C171-BF40-A8AC-3374F68A5D68}" type="presParOf" srcId="{EE2B9D71-AB6F-DE4F-9740-B8CEF8B46406}" destId="{8F5D336C-C771-BD43-8237-79C1867B10B9}" srcOrd="2" destOrd="0" presId="urn:microsoft.com/office/officeart/2005/8/layout/default"/>
    <dgm:cxn modelId="{96B37B61-273A-8943-9C8F-8F84C14E9FD7}" type="presParOf" srcId="{EE2B9D71-AB6F-DE4F-9740-B8CEF8B46406}" destId="{B26C7CA5-8E77-2A44-8510-D0B3A9C99130}" srcOrd="3" destOrd="0" presId="urn:microsoft.com/office/officeart/2005/8/layout/default"/>
    <dgm:cxn modelId="{89F5F8E7-AF23-524B-B4F0-7AB0CA49DE49}" type="presParOf" srcId="{EE2B9D71-AB6F-DE4F-9740-B8CEF8B46406}" destId="{DEF820BF-F4F9-6542-AB46-300A1F47D423}" srcOrd="4" destOrd="0" presId="urn:microsoft.com/office/officeart/2005/8/layout/default"/>
    <dgm:cxn modelId="{21DFE82D-B77C-5A4D-B5F5-8492F31AEA79}" type="presParOf" srcId="{EE2B9D71-AB6F-DE4F-9740-B8CEF8B46406}" destId="{61E6B404-C782-5A4C-97DF-CA1D2E033870}" srcOrd="5" destOrd="0" presId="urn:microsoft.com/office/officeart/2005/8/layout/default"/>
    <dgm:cxn modelId="{AE3C8CBD-9E94-214F-AFED-326592F87EB4}" type="presParOf" srcId="{EE2B9D71-AB6F-DE4F-9740-B8CEF8B46406}" destId="{F0C5B857-C6D4-CB43-B985-90C20CE1652A}" srcOrd="6" destOrd="0" presId="urn:microsoft.com/office/officeart/2005/8/layout/default"/>
    <dgm:cxn modelId="{BBEEE6F1-6C5C-604F-B2D1-C3DA58589FD0}" type="presParOf" srcId="{EE2B9D71-AB6F-DE4F-9740-B8CEF8B46406}" destId="{1DE002DB-E8BB-3042-B696-00F076170D14}" srcOrd="7" destOrd="0" presId="urn:microsoft.com/office/officeart/2005/8/layout/default"/>
    <dgm:cxn modelId="{71F1F7F7-F3F2-C146-AF21-E74E58F412B9}" type="presParOf" srcId="{EE2B9D71-AB6F-DE4F-9740-B8CEF8B46406}" destId="{48DDBF40-EC9B-5C4A-9DDC-8F0D37B7E70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81A6FBE-F809-413B-A610-4E6D12F42B0A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BDFD0E0-E57D-4A22-B146-714371553FF3}">
      <dgm:prSet/>
      <dgm:spPr>
        <a:solidFill>
          <a:srgbClr val="2BB6B0"/>
        </a:solidFill>
      </dgm:spPr>
      <dgm:t>
        <a:bodyPr/>
        <a:lstStyle/>
        <a:p>
          <a:r>
            <a:rPr lang="en-US"/>
            <a:t>Data scarcity </a:t>
          </a:r>
        </a:p>
      </dgm:t>
    </dgm:pt>
    <dgm:pt modelId="{88073FD5-8DDA-43F2-B6C7-8356218EA753}" type="parTrans" cxnId="{26F3176C-7017-45FD-A7C0-E4AC221084FE}">
      <dgm:prSet/>
      <dgm:spPr/>
      <dgm:t>
        <a:bodyPr/>
        <a:lstStyle/>
        <a:p>
          <a:endParaRPr lang="en-US"/>
        </a:p>
      </dgm:t>
    </dgm:pt>
    <dgm:pt modelId="{DA8DDE29-0155-4D53-B052-8EBC4D91AB31}" type="sibTrans" cxnId="{26F3176C-7017-45FD-A7C0-E4AC221084FE}">
      <dgm:prSet/>
      <dgm:spPr/>
      <dgm:t>
        <a:bodyPr/>
        <a:lstStyle/>
        <a:p>
          <a:endParaRPr lang="en-US"/>
        </a:p>
      </dgm:t>
    </dgm:pt>
    <dgm:pt modelId="{0835CB4C-1B31-4AC4-84A8-E696C3A73AEA}">
      <dgm:prSet/>
      <dgm:spPr/>
      <dgm:t>
        <a:bodyPr/>
        <a:lstStyle/>
        <a:p>
          <a:r>
            <a:rPr lang="en-US"/>
            <a:t>Battery testing is time consuming </a:t>
          </a:r>
        </a:p>
      </dgm:t>
    </dgm:pt>
    <dgm:pt modelId="{A8EA3490-D64F-44ED-BDD9-9ED2C9B4E939}" type="parTrans" cxnId="{08775A12-115F-47A4-812D-FC3BF396ECBF}">
      <dgm:prSet/>
      <dgm:spPr/>
      <dgm:t>
        <a:bodyPr/>
        <a:lstStyle/>
        <a:p>
          <a:endParaRPr lang="en-US"/>
        </a:p>
      </dgm:t>
    </dgm:pt>
    <dgm:pt modelId="{F6448634-1F68-451D-8D61-F6A76FDBF746}" type="sibTrans" cxnId="{08775A12-115F-47A4-812D-FC3BF396ECBF}">
      <dgm:prSet/>
      <dgm:spPr/>
      <dgm:t>
        <a:bodyPr/>
        <a:lstStyle/>
        <a:p>
          <a:endParaRPr lang="en-US"/>
        </a:p>
      </dgm:t>
    </dgm:pt>
    <dgm:pt modelId="{C4C8D306-A4F0-4276-8C7B-C6FD49E0BC53}">
      <dgm:prSet/>
      <dgm:spPr/>
      <dgm:t>
        <a:bodyPr/>
        <a:lstStyle/>
        <a:p>
          <a:r>
            <a:rPr lang="en-US"/>
            <a:t>Limited publicly available run to failure dataset</a:t>
          </a:r>
        </a:p>
      </dgm:t>
    </dgm:pt>
    <dgm:pt modelId="{160E7327-73B3-48D2-85A1-E0045A8F4DCA}" type="parTrans" cxnId="{9A62492F-8329-4DF6-B525-31E5A2836BE5}">
      <dgm:prSet/>
      <dgm:spPr/>
      <dgm:t>
        <a:bodyPr/>
        <a:lstStyle/>
        <a:p>
          <a:endParaRPr lang="en-US"/>
        </a:p>
      </dgm:t>
    </dgm:pt>
    <dgm:pt modelId="{89EDFEC2-7B64-4669-B61C-05099128D27F}" type="sibTrans" cxnId="{9A62492F-8329-4DF6-B525-31E5A2836BE5}">
      <dgm:prSet/>
      <dgm:spPr/>
      <dgm:t>
        <a:bodyPr/>
        <a:lstStyle/>
        <a:p>
          <a:endParaRPr lang="en-US"/>
        </a:p>
      </dgm:t>
    </dgm:pt>
    <dgm:pt modelId="{51C75695-D6C3-4034-A445-F70513AA7798}">
      <dgm:prSet/>
      <dgm:spPr>
        <a:solidFill>
          <a:srgbClr val="2BB6B0"/>
        </a:solidFill>
      </dgm:spPr>
      <dgm:t>
        <a:bodyPr/>
        <a:lstStyle/>
        <a:p>
          <a:r>
            <a:rPr lang="en-US"/>
            <a:t>Generalizability</a:t>
          </a:r>
        </a:p>
      </dgm:t>
    </dgm:pt>
    <dgm:pt modelId="{B1A1268E-8149-4F02-AC43-43304414C311}" type="parTrans" cxnId="{B7D65905-20F3-4396-9EC4-26909FF8BFDB}">
      <dgm:prSet/>
      <dgm:spPr/>
      <dgm:t>
        <a:bodyPr/>
        <a:lstStyle/>
        <a:p>
          <a:endParaRPr lang="en-US"/>
        </a:p>
      </dgm:t>
    </dgm:pt>
    <dgm:pt modelId="{7C213E97-C3A4-437F-B629-DB176A557430}" type="sibTrans" cxnId="{B7D65905-20F3-4396-9EC4-26909FF8BFDB}">
      <dgm:prSet/>
      <dgm:spPr/>
      <dgm:t>
        <a:bodyPr/>
        <a:lstStyle/>
        <a:p>
          <a:endParaRPr lang="en-US"/>
        </a:p>
      </dgm:t>
    </dgm:pt>
    <dgm:pt modelId="{9FB67906-E8D0-4CFB-8A60-8110CD30F19C}">
      <dgm:prSet/>
      <dgm:spPr/>
      <dgm:t>
        <a:bodyPr/>
        <a:lstStyle/>
        <a:p>
          <a:r>
            <a:rPr lang="en-US"/>
            <a:t>Models trained on one chemistry may not work for others</a:t>
          </a:r>
        </a:p>
      </dgm:t>
    </dgm:pt>
    <dgm:pt modelId="{31DEE3EF-FA53-4EF0-A2E2-483FF62C28E5}" type="parTrans" cxnId="{FD618BCC-BEF8-4E6E-9D85-78BADCB25439}">
      <dgm:prSet/>
      <dgm:spPr/>
      <dgm:t>
        <a:bodyPr/>
        <a:lstStyle/>
        <a:p>
          <a:endParaRPr lang="en-US"/>
        </a:p>
      </dgm:t>
    </dgm:pt>
    <dgm:pt modelId="{4CBEA8AB-9039-4AB4-BBE7-75E9E1A8644E}" type="sibTrans" cxnId="{FD618BCC-BEF8-4E6E-9D85-78BADCB25439}">
      <dgm:prSet/>
      <dgm:spPr/>
      <dgm:t>
        <a:bodyPr/>
        <a:lstStyle/>
        <a:p>
          <a:endParaRPr lang="en-US"/>
        </a:p>
      </dgm:t>
    </dgm:pt>
    <dgm:pt modelId="{8A231E49-EFD9-4CF5-9DDF-353C7CA2100F}">
      <dgm:prSet/>
      <dgm:spPr/>
      <dgm:t>
        <a:bodyPr/>
        <a:lstStyle/>
        <a:p>
          <a:r>
            <a:rPr lang="en-US"/>
            <a:t>Operating conditions vary widely</a:t>
          </a:r>
        </a:p>
      </dgm:t>
    </dgm:pt>
    <dgm:pt modelId="{109DC0BA-8F91-4EBF-AEF3-0E5CCFAC826C}" type="parTrans" cxnId="{5B7869B1-1737-42BF-ADF0-0E8BE68DC6FA}">
      <dgm:prSet/>
      <dgm:spPr/>
      <dgm:t>
        <a:bodyPr/>
        <a:lstStyle/>
        <a:p>
          <a:endParaRPr lang="en-US"/>
        </a:p>
      </dgm:t>
    </dgm:pt>
    <dgm:pt modelId="{D7CB52EA-C12A-474C-92A8-E781CE0B2A12}" type="sibTrans" cxnId="{5B7869B1-1737-42BF-ADF0-0E8BE68DC6FA}">
      <dgm:prSet/>
      <dgm:spPr/>
      <dgm:t>
        <a:bodyPr/>
        <a:lstStyle/>
        <a:p>
          <a:endParaRPr lang="en-US"/>
        </a:p>
      </dgm:t>
    </dgm:pt>
    <dgm:pt modelId="{C491A484-FBA5-4926-B28E-827DC699100D}">
      <dgm:prSet/>
      <dgm:spPr>
        <a:solidFill>
          <a:srgbClr val="2BB6B0"/>
        </a:solidFill>
      </dgm:spPr>
      <dgm:t>
        <a:bodyPr/>
        <a:lstStyle/>
        <a:p>
          <a:r>
            <a:rPr lang="en-US"/>
            <a:t>Non-stationarity</a:t>
          </a:r>
        </a:p>
      </dgm:t>
    </dgm:pt>
    <dgm:pt modelId="{594F23C0-A405-4446-BD03-A59B168293F0}" type="parTrans" cxnId="{17F35C8A-3C91-4A5D-9774-A7DCD7229424}">
      <dgm:prSet/>
      <dgm:spPr/>
      <dgm:t>
        <a:bodyPr/>
        <a:lstStyle/>
        <a:p>
          <a:endParaRPr lang="en-US"/>
        </a:p>
      </dgm:t>
    </dgm:pt>
    <dgm:pt modelId="{FEF56B35-A4AF-499E-B295-8C43163539CE}" type="sibTrans" cxnId="{17F35C8A-3C91-4A5D-9774-A7DCD7229424}">
      <dgm:prSet/>
      <dgm:spPr/>
      <dgm:t>
        <a:bodyPr/>
        <a:lstStyle/>
        <a:p>
          <a:endParaRPr lang="en-US"/>
        </a:p>
      </dgm:t>
    </dgm:pt>
    <dgm:pt modelId="{CA9CB48F-F726-46D4-B3B5-A04F9DD48CF6}">
      <dgm:prSet/>
      <dgm:spPr/>
      <dgm:t>
        <a:bodyPr/>
        <a:lstStyle/>
        <a:p>
          <a:r>
            <a:rPr lang="en-US"/>
            <a:t>Degradation patterns change over battery lifetime</a:t>
          </a:r>
        </a:p>
      </dgm:t>
    </dgm:pt>
    <dgm:pt modelId="{67EA2837-DCEE-4B3B-B266-66ED45D8F0E1}" type="parTrans" cxnId="{05A9D2C9-C305-49AC-B620-CADB4313CF39}">
      <dgm:prSet/>
      <dgm:spPr/>
      <dgm:t>
        <a:bodyPr/>
        <a:lstStyle/>
        <a:p>
          <a:endParaRPr lang="en-US"/>
        </a:p>
      </dgm:t>
    </dgm:pt>
    <dgm:pt modelId="{FB265FEB-A7B5-4548-B578-0C38183073DE}" type="sibTrans" cxnId="{05A9D2C9-C305-49AC-B620-CADB4313CF39}">
      <dgm:prSet/>
      <dgm:spPr/>
      <dgm:t>
        <a:bodyPr/>
        <a:lstStyle/>
        <a:p>
          <a:endParaRPr lang="en-US"/>
        </a:p>
      </dgm:t>
    </dgm:pt>
    <dgm:pt modelId="{A95642B4-F1F9-4B6F-AE19-28654EAF60A1}">
      <dgm:prSet/>
      <dgm:spPr/>
      <dgm:t>
        <a:bodyPr/>
        <a:lstStyle/>
        <a:p>
          <a:r>
            <a:rPr lang="en-US"/>
            <a:t>Knee point- sudden capacity drop is hard to predict</a:t>
          </a:r>
        </a:p>
      </dgm:t>
    </dgm:pt>
    <dgm:pt modelId="{3A2AF22A-64E0-420F-A7F5-596260844B4F}" type="parTrans" cxnId="{650B0B1B-AC8C-476B-8F11-EB45D9B15D0A}">
      <dgm:prSet/>
      <dgm:spPr/>
      <dgm:t>
        <a:bodyPr/>
        <a:lstStyle/>
        <a:p>
          <a:endParaRPr lang="en-US"/>
        </a:p>
      </dgm:t>
    </dgm:pt>
    <dgm:pt modelId="{0BC523C8-2089-412D-B25F-FD135A245DA6}" type="sibTrans" cxnId="{650B0B1B-AC8C-476B-8F11-EB45D9B15D0A}">
      <dgm:prSet/>
      <dgm:spPr/>
      <dgm:t>
        <a:bodyPr/>
        <a:lstStyle/>
        <a:p>
          <a:endParaRPr lang="en-US"/>
        </a:p>
      </dgm:t>
    </dgm:pt>
    <dgm:pt modelId="{6E36AFB8-01F8-4AE1-9A21-F572DC6F5409}">
      <dgm:prSet/>
      <dgm:spPr>
        <a:solidFill>
          <a:srgbClr val="2BB6B0"/>
        </a:solidFill>
      </dgm:spPr>
      <dgm:t>
        <a:bodyPr/>
        <a:lstStyle/>
        <a:p>
          <a:r>
            <a:rPr lang="en-US"/>
            <a:t>Computational cost</a:t>
          </a:r>
        </a:p>
      </dgm:t>
    </dgm:pt>
    <dgm:pt modelId="{4C9BDE00-88B2-4B9C-B3E3-BAB060604D6C}" type="parTrans" cxnId="{408F6E78-8C7A-4CF3-8451-09C6EC03BB34}">
      <dgm:prSet/>
      <dgm:spPr/>
      <dgm:t>
        <a:bodyPr/>
        <a:lstStyle/>
        <a:p>
          <a:endParaRPr lang="en-US"/>
        </a:p>
      </dgm:t>
    </dgm:pt>
    <dgm:pt modelId="{FE363BCD-96AF-4BD3-AE52-22D5FA399681}" type="sibTrans" cxnId="{408F6E78-8C7A-4CF3-8451-09C6EC03BB34}">
      <dgm:prSet/>
      <dgm:spPr/>
      <dgm:t>
        <a:bodyPr/>
        <a:lstStyle/>
        <a:p>
          <a:endParaRPr lang="en-US"/>
        </a:p>
      </dgm:t>
    </dgm:pt>
    <dgm:pt modelId="{CE02A0BE-833C-4665-829C-E68144FBF473}">
      <dgm:prSet/>
      <dgm:spPr/>
      <dgm:t>
        <a:bodyPr/>
        <a:lstStyle/>
        <a:p>
          <a:r>
            <a:rPr lang="en-US"/>
            <a:t>Deep learning models require significant compute for training</a:t>
          </a:r>
        </a:p>
      </dgm:t>
    </dgm:pt>
    <dgm:pt modelId="{7EF3F61D-A32E-4EB3-8B3A-02E050F654E8}" type="parTrans" cxnId="{BFB217A6-99A3-41E3-A8C2-9E4DE2F64928}">
      <dgm:prSet/>
      <dgm:spPr/>
      <dgm:t>
        <a:bodyPr/>
        <a:lstStyle/>
        <a:p>
          <a:endParaRPr lang="en-US"/>
        </a:p>
      </dgm:t>
    </dgm:pt>
    <dgm:pt modelId="{72538C11-04EA-4EC9-A830-A6CDE9176B14}" type="sibTrans" cxnId="{BFB217A6-99A3-41E3-A8C2-9E4DE2F64928}">
      <dgm:prSet/>
      <dgm:spPr/>
      <dgm:t>
        <a:bodyPr/>
        <a:lstStyle/>
        <a:p>
          <a:endParaRPr lang="en-US"/>
        </a:p>
      </dgm:t>
    </dgm:pt>
    <dgm:pt modelId="{1D42A87F-7144-4E37-AA59-EB434238DDDD}">
      <dgm:prSet/>
      <dgm:spPr>
        <a:solidFill>
          <a:srgbClr val="2BB6B0"/>
        </a:solidFill>
      </dgm:spPr>
      <dgm:t>
        <a:bodyPr/>
        <a:lstStyle/>
        <a:p>
          <a:r>
            <a:rPr lang="en-US"/>
            <a:t>Real time deployment</a:t>
          </a:r>
        </a:p>
      </dgm:t>
    </dgm:pt>
    <dgm:pt modelId="{8E233F61-E1A3-44A5-B9E1-3E9C9D2657C7}" type="parTrans" cxnId="{DA139162-688B-48BD-A721-9381535642D4}">
      <dgm:prSet/>
      <dgm:spPr/>
      <dgm:t>
        <a:bodyPr/>
        <a:lstStyle/>
        <a:p>
          <a:endParaRPr lang="en-US"/>
        </a:p>
      </dgm:t>
    </dgm:pt>
    <dgm:pt modelId="{F3AF97EE-99DB-4C7C-A3B1-D56E5775D880}" type="sibTrans" cxnId="{DA139162-688B-48BD-A721-9381535642D4}">
      <dgm:prSet/>
      <dgm:spPr/>
      <dgm:t>
        <a:bodyPr/>
        <a:lstStyle/>
        <a:p>
          <a:endParaRPr lang="en-US"/>
        </a:p>
      </dgm:t>
    </dgm:pt>
    <dgm:pt modelId="{A87B643A-84AC-4C06-AF34-D35C59C9AF84}">
      <dgm:prSet/>
      <dgm:spPr/>
      <dgm:t>
        <a:bodyPr/>
        <a:lstStyle/>
        <a:p>
          <a:r>
            <a:rPr lang="en-US"/>
            <a:t>Edge devices have limited memory/processing</a:t>
          </a:r>
        </a:p>
      </dgm:t>
    </dgm:pt>
    <dgm:pt modelId="{B8290034-EE8E-43BF-9127-3C35C6CA6557}" type="parTrans" cxnId="{B2CDB903-EA65-4CFC-B983-E2A187E324FF}">
      <dgm:prSet/>
      <dgm:spPr/>
      <dgm:t>
        <a:bodyPr/>
        <a:lstStyle/>
        <a:p>
          <a:endParaRPr lang="en-US"/>
        </a:p>
      </dgm:t>
    </dgm:pt>
    <dgm:pt modelId="{E620E289-6EF3-40FD-A3C4-F385FBCE06B5}" type="sibTrans" cxnId="{B2CDB903-EA65-4CFC-B983-E2A187E324FF}">
      <dgm:prSet/>
      <dgm:spPr/>
      <dgm:t>
        <a:bodyPr/>
        <a:lstStyle/>
        <a:p>
          <a:endParaRPr lang="en-US"/>
        </a:p>
      </dgm:t>
    </dgm:pt>
    <dgm:pt modelId="{52B386A2-266A-4D0B-91B3-CB4BD14F2BB4}">
      <dgm:prSet/>
      <dgm:spPr/>
      <dgm:t>
        <a:bodyPr/>
        <a:lstStyle/>
        <a:p>
          <a:r>
            <a:rPr lang="en-US"/>
            <a:t>Model compressing needed</a:t>
          </a:r>
        </a:p>
      </dgm:t>
    </dgm:pt>
    <dgm:pt modelId="{0572DF7E-F09D-4BD4-B518-A895D18B0680}" type="parTrans" cxnId="{845EC5B9-C7FA-4661-B78A-5EDCDAE19D39}">
      <dgm:prSet/>
      <dgm:spPr/>
      <dgm:t>
        <a:bodyPr/>
        <a:lstStyle/>
        <a:p>
          <a:endParaRPr lang="en-US"/>
        </a:p>
      </dgm:t>
    </dgm:pt>
    <dgm:pt modelId="{96CB40F9-A496-404D-AB58-17E633EDAF84}" type="sibTrans" cxnId="{845EC5B9-C7FA-4661-B78A-5EDCDAE19D39}">
      <dgm:prSet/>
      <dgm:spPr/>
      <dgm:t>
        <a:bodyPr/>
        <a:lstStyle/>
        <a:p>
          <a:endParaRPr lang="en-US"/>
        </a:p>
      </dgm:t>
    </dgm:pt>
    <dgm:pt modelId="{05DBC6F3-7459-4DB2-950F-1EFD08BD2A22}">
      <dgm:prSet/>
      <dgm:spPr>
        <a:solidFill>
          <a:srgbClr val="2BB6B0"/>
        </a:solidFill>
      </dgm:spPr>
      <dgm:t>
        <a:bodyPr/>
        <a:lstStyle/>
        <a:p>
          <a:r>
            <a:rPr lang="en-US"/>
            <a:t>Interpretability</a:t>
          </a:r>
        </a:p>
      </dgm:t>
    </dgm:pt>
    <dgm:pt modelId="{235BB290-C126-4166-A324-A008A59913E5}" type="parTrans" cxnId="{771B3889-3795-4331-BB63-4BF80441BB92}">
      <dgm:prSet/>
      <dgm:spPr/>
      <dgm:t>
        <a:bodyPr/>
        <a:lstStyle/>
        <a:p>
          <a:endParaRPr lang="en-US"/>
        </a:p>
      </dgm:t>
    </dgm:pt>
    <dgm:pt modelId="{6DE9B28F-2318-47E5-B469-4E357E9D408C}" type="sibTrans" cxnId="{771B3889-3795-4331-BB63-4BF80441BB92}">
      <dgm:prSet/>
      <dgm:spPr/>
      <dgm:t>
        <a:bodyPr/>
        <a:lstStyle/>
        <a:p>
          <a:endParaRPr lang="en-US"/>
        </a:p>
      </dgm:t>
    </dgm:pt>
    <dgm:pt modelId="{88ABA0FA-50BD-4F15-BFDE-45DB2506E85A}">
      <dgm:prSet/>
      <dgm:spPr/>
      <dgm:t>
        <a:bodyPr/>
        <a:lstStyle/>
        <a:p>
          <a:r>
            <a:rPr lang="en-US"/>
            <a:t>Black box model are hard to trust in safety critical application</a:t>
          </a:r>
        </a:p>
      </dgm:t>
    </dgm:pt>
    <dgm:pt modelId="{F28EEA82-B88D-4A8E-BE40-F1503430FB93}" type="parTrans" cxnId="{81B77872-4DD5-42DF-A7A3-91850D775E97}">
      <dgm:prSet/>
      <dgm:spPr/>
      <dgm:t>
        <a:bodyPr/>
        <a:lstStyle/>
        <a:p>
          <a:endParaRPr lang="en-US"/>
        </a:p>
      </dgm:t>
    </dgm:pt>
    <dgm:pt modelId="{97490768-A839-4C90-8D2D-F614C64E3F9C}" type="sibTrans" cxnId="{81B77872-4DD5-42DF-A7A3-91850D775E97}">
      <dgm:prSet/>
      <dgm:spPr/>
      <dgm:t>
        <a:bodyPr/>
        <a:lstStyle/>
        <a:p>
          <a:endParaRPr lang="en-US"/>
        </a:p>
      </dgm:t>
    </dgm:pt>
    <dgm:pt modelId="{F13B6B49-BB15-DB4D-BE3F-4411D86F4B36}" type="pres">
      <dgm:prSet presAssocID="{F81A6FBE-F809-413B-A610-4E6D12F42B0A}" presName="Name0" presStyleCnt="0">
        <dgm:presLayoutVars>
          <dgm:dir/>
          <dgm:animLvl val="lvl"/>
          <dgm:resizeHandles val="exact"/>
        </dgm:presLayoutVars>
      </dgm:prSet>
      <dgm:spPr/>
    </dgm:pt>
    <dgm:pt modelId="{800CBED7-2FFA-1B4E-9500-6D39898A3CF6}" type="pres">
      <dgm:prSet presAssocID="{9BDFD0E0-E57D-4A22-B146-714371553FF3}" presName="linNode" presStyleCnt="0"/>
      <dgm:spPr/>
    </dgm:pt>
    <dgm:pt modelId="{95A9AEB4-D0A1-F04A-BA44-3532EAFCBE7B}" type="pres">
      <dgm:prSet presAssocID="{9BDFD0E0-E57D-4A22-B146-714371553FF3}" presName="parentText" presStyleLbl="node1" presStyleIdx="0" presStyleCnt="6">
        <dgm:presLayoutVars>
          <dgm:chMax val="1"/>
          <dgm:bulletEnabled val="1"/>
        </dgm:presLayoutVars>
      </dgm:prSet>
      <dgm:spPr/>
    </dgm:pt>
    <dgm:pt modelId="{054C3CB3-DAA1-8F41-AABD-1FAD46FBD9A0}" type="pres">
      <dgm:prSet presAssocID="{9BDFD0E0-E57D-4A22-B146-714371553FF3}" presName="descendantText" presStyleLbl="alignAccFollowNode1" presStyleIdx="0" presStyleCnt="6">
        <dgm:presLayoutVars>
          <dgm:bulletEnabled val="1"/>
        </dgm:presLayoutVars>
      </dgm:prSet>
      <dgm:spPr/>
    </dgm:pt>
    <dgm:pt modelId="{F2660E82-16C9-C241-A3CD-554D5F469263}" type="pres">
      <dgm:prSet presAssocID="{DA8DDE29-0155-4D53-B052-8EBC4D91AB31}" presName="sp" presStyleCnt="0"/>
      <dgm:spPr/>
    </dgm:pt>
    <dgm:pt modelId="{83D4CD10-AFA7-714F-B7E7-A1007F1A95BF}" type="pres">
      <dgm:prSet presAssocID="{51C75695-D6C3-4034-A445-F70513AA7798}" presName="linNode" presStyleCnt="0"/>
      <dgm:spPr/>
    </dgm:pt>
    <dgm:pt modelId="{1AC8D7F6-5FA0-4B4D-A0B3-8761DD006A85}" type="pres">
      <dgm:prSet presAssocID="{51C75695-D6C3-4034-A445-F70513AA7798}" presName="parentText" presStyleLbl="node1" presStyleIdx="1" presStyleCnt="6">
        <dgm:presLayoutVars>
          <dgm:chMax val="1"/>
          <dgm:bulletEnabled val="1"/>
        </dgm:presLayoutVars>
      </dgm:prSet>
      <dgm:spPr/>
    </dgm:pt>
    <dgm:pt modelId="{6487FC53-E06F-CA4C-B4F9-C78F9B552747}" type="pres">
      <dgm:prSet presAssocID="{51C75695-D6C3-4034-A445-F70513AA7798}" presName="descendantText" presStyleLbl="alignAccFollowNode1" presStyleIdx="1" presStyleCnt="6">
        <dgm:presLayoutVars>
          <dgm:bulletEnabled val="1"/>
        </dgm:presLayoutVars>
      </dgm:prSet>
      <dgm:spPr/>
    </dgm:pt>
    <dgm:pt modelId="{0A7D4A8E-E23B-4145-ACBF-CFAB05B66D4A}" type="pres">
      <dgm:prSet presAssocID="{7C213E97-C3A4-437F-B629-DB176A557430}" presName="sp" presStyleCnt="0"/>
      <dgm:spPr/>
    </dgm:pt>
    <dgm:pt modelId="{982BB075-C2D4-4A4D-B57E-0B98790C9F9C}" type="pres">
      <dgm:prSet presAssocID="{C491A484-FBA5-4926-B28E-827DC699100D}" presName="linNode" presStyleCnt="0"/>
      <dgm:spPr/>
    </dgm:pt>
    <dgm:pt modelId="{915C5340-0C19-3548-9EAC-481750FBD18B}" type="pres">
      <dgm:prSet presAssocID="{C491A484-FBA5-4926-B28E-827DC699100D}" presName="parentText" presStyleLbl="node1" presStyleIdx="2" presStyleCnt="6">
        <dgm:presLayoutVars>
          <dgm:chMax val="1"/>
          <dgm:bulletEnabled val="1"/>
        </dgm:presLayoutVars>
      </dgm:prSet>
      <dgm:spPr/>
    </dgm:pt>
    <dgm:pt modelId="{12033F58-AF6B-AF4C-A0FE-D9BE1833F4C0}" type="pres">
      <dgm:prSet presAssocID="{C491A484-FBA5-4926-B28E-827DC699100D}" presName="descendantText" presStyleLbl="alignAccFollowNode1" presStyleIdx="2" presStyleCnt="6">
        <dgm:presLayoutVars>
          <dgm:bulletEnabled val="1"/>
        </dgm:presLayoutVars>
      </dgm:prSet>
      <dgm:spPr/>
    </dgm:pt>
    <dgm:pt modelId="{B415F7BF-7E9E-2749-8901-F6142556E166}" type="pres">
      <dgm:prSet presAssocID="{FEF56B35-A4AF-499E-B295-8C43163539CE}" presName="sp" presStyleCnt="0"/>
      <dgm:spPr/>
    </dgm:pt>
    <dgm:pt modelId="{D2339ED3-51B4-1842-98FF-F088D6CFA76B}" type="pres">
      <dgm:prSet presAssocID="{6E36AFB8-01F8-4AE1-9A21-F572DC6F5409}" presName="linNode" presStyleCnt="0"/>
      <dgm:spPr/>
    </dgm:pt>
    <dgm:pt modelId="{484E7C4D-5069-DF44-A872-A803AD6DD973}" type="pres">
      <dgm:prSet presAssocID="{6E36AFB8-01F8-4AE1-9A21-F572DC6F5409}" presName="parentText" presStyleLbl="node1" presStyleIdx="3" presStyleCnt="6">
        <dgm:presLayoutVars>
          <dgm:chMax val="1"/>
          <dgm:bulletEnabled val="1"/>
        </dgm:presLayoutVars>
      </dgm:prSet>
      <dgm:spPr/>
    </dgm:pt>
    <dgm:pt modelId="{78E2C0AE-5A0E-514A-AA93-ACC91B1D9C2F}" type="pres">
      <dgm:prSet presAssocID="{6E36AFB8-01F8-4AE1-9A21-F572DC6F5409}" presName="descendantText" presStyleLbl="alignAccFollowNode1" presStyleIdx="3" presStyleCnt="6">
        <dgm:presLayoutVars>
          <dgm:bulletEnabled val="1"/>
        </dgm:presLayoutVars>
      </dgm:prSet>
      <dgm:spPr/>
    </dgm:pt>
    <dgm:pt modelId="{057D9493-492A-0140-893E-89AB3300FCFE}" type="pres">
      <dgm:prSet presAssocID="{FE363BCD-96AF-4BD3-AE52-22D5FA399681}" presName="sp" presStyleCnt="0"/>
      <dgm:spPr/>
    </dgm:pt>
    <dgm:pt modelId="{17CD0A41-84B1-E14F-98F2-EDEA6893262A}" type="pres">
      <dgm:prSet presAssocID="{1D42A87F-7144-4E37-AA59-EB434238DDDD}" presName="linNode" presStyleCnt="0"/>
      <dgm:spPr/>
    </dgm:pt>
    <dgm:pt modelId="{854814FF-D3C3-3849-BFAF-0D40AEF11C37}" type="pres">
      <dgm:prSet presAssocID="{1D42A87F-7144-4E37-AA59-EB434238DDDD}" presName="parentText" presStyleLbl="node1" presStyleIdx="4" presStyleCnt="6">
        <dgm:presLayoutVars>
          <dgm:chMax val="1"/>
          <dgm:bulletEnabled val="1"/>
        </dgm:presLayoutVars>
      </dgm:prSet>
      <dgm:spPr/>
    </dgm:pt>
    <dgm:pt modelId="{53F178E9-7C8D-7047-B902-92CB45959FB3}" type="pres">
      <dgm:prSet presAssocID="{1D42A87F-7144-4E37-AA59-EB434238DDDD}" presName="descendantText" presStyleLbl="alignAccFollowNode1" presStyleIdx="4" presStyleCnt="6">
        <dgm:presLayoutVars>
          <dgm:bulletEnabled val="1"/>
        </dgm:presLayoutVars>
      </dgm:prSet>
      <dgm:spPr/>
    </dgm:pt>
    <dgm:pt modelId="{516AF3CB-B44A-8245-B7E1-0FA62FED6FAD}" type="pres">
      <dgm:prSet presAssocID="{F3AF97EE-99DB-4C7C-A3B1-D56E5775D880}" presName="sp" presStyleCnt="0"/>
      <dgm:spPr/>
    </dgm:pt>
    <dgm:pt modelId="{7D457083-87CE-5B47-97AC-0796AC3E8279}" type="pres">
      <dgm:prSet presAssocID="{05DBC6F3-7459-4DB2-950F-1EFD08BD2A22}" presName="linNode" presStyleCnt="0"/>
      <dgm:spPr/>
    </dgm:pt>
    <dgm:pt modelId="{B8479F27-ED87-A248-BEDB-D1065191A079}" type="pres">
      <dgm:prSet presAssocID="{05DBC6F3-7459-4DB2-950F-1EFD08BD2A22}" presName="parentText" presStyleLbl="node1" presStyleIdx="5" presStyleCnt="6">
        <dgm:presLayoutVars>
          <dgm:chMax val="1"/>
          <dgm:bulletEnabled val="1"/>
        </dgm:presLayoutVars>
      </dgm:prSet>
      <dgm:spPr/>
    </dgm:pt>
    <dgm:pt modelId="{2FEB7943-5A33-674F-81F1-05E1D4254F8E}" type="pres">
      <dgm:prSet presAssocID="{05DBC6F3-7459-4DB2-950F-1EFD08BD2A22}" presName="descendantText" presStyleLbl="alignAccFollowNode1" presStyleIdx="5" presStyleCnt="6">
        <dgm:presLayoutVars>
          <dgm:bulletEnabled val="1"/>
        </dgm:presLayoutVars>
      </dgm:prSet>
      <dgm:spPr/>
    </dgm:pt>
  </dgm:ptLst>
  <dgm:cxnLst>
    <dgm:cxn modelId="{B2CDB903-EA65-4CFC-B983-E2A187E324FF}" srcId="{1D42A87F-7144-4E37-AA59-EB434238DDDD}" destId="{A87B643A-84AC-4C06-AF34-D35C59C9AF84}" srcOrd="0" destOrd="0" parTransId="{B8290034-EE8E-43BF-9127-3C35C6CA6557}" sibTransId="{E620E289-6EF3-40FD-A3C4-F385FBCE06B5}"/>
    <dgm:cxn modelId="{B7D65905-20F3-4396-9EC4-26909FF8BFDB}" srcId="{F81A6FBE-F809-413B-A610-4E6D12F42B0A}" destId="{51C75695-D6C3-4034-A445-F70513AA7798}" srcOrd="1" destOrd="0" parTransId="{B1A1268E-8149-4F02-AC43-43304414C311}" sibTransId="{7C213E97-C3A4-437F-B629-DB176A557430}"/>
    <dgm:cxn modelId="{CB8AA308-F98A-C042-8516-B124B5BABBAE}" type="presOf" srcId="{8A231E49-EFD9-4CF5-9DDF-353C7CA2100F}" destId="{6487FC53-E06F-CA4C-B4F9-C78F9B552747}" srcOrd="0" destOrd="1" presId="urn:microsoft.com/office/officeart/2005/8/layout/vList5"/>
    <dgm:cxn modelId="{2E4E130B-9557-C04C-973D-58B9CA69C4D2}" type="presOf" srcId="{05DBC6F3-7459-4DB2-950F-1EFD08BD2A22}" destId="{B8479F27-ED87-A248-BEDB-D1065191A079}" srcOrd="0" destOrd="0" presId="urn:microsoft.com/office/officeart/2005/8/layout/vList5"/>
    <dgm:cxn modelId="{08775A12-115F-47A4-812D-FC3BF396ECBF}" srcId="{9BDFD0E0-E57D-4A22-B146-714371553FF3}" destId="{0835CB4C-1B31-4AC4-84A8-E696C3A73AEA}" srcOrd="0" destOrd="0" parTransId="{A8EA3490-D64F-44ED-BDD9-9ED2C9B4E939}" sibTransId="{F6448634-1F68-451D-8D61-F6A76FDBF746}"/>
    <dgm:cxn modelId="{311B5517-1D6B-4148-BFE4-E8B31A0E58BA}" type="presOf" srcId="{51C75695-D6C3-4034-A445-F70513AA7798}" destId="{1AC8D7F6-5FA0-4B4D-A0B3-8761DD006A85}" srcOrd="0" destOrd="0" presId="urn:microsoft.com/office/officeart/2005/8/layout/vList5"/>
    <dgm:cxn modelId="{650B0B1B-AC8C-476B-8F11-EB45D9B15D0A}" srcId="{C491A484-FBA5-4926-B28E-827DC699100D}" destId="{A95642B4-F1F9-4B6F-AE19-28654EAF60A1}" srcOrd="1" destOrd="0" parTransId="{3A2AF22A-64E0-420F-A7F5-596260844B4F}" sibTransId="{0BC523C8-2089-412D-B25F-FD135A245DA6}"/>
    <dgm:cxn modelId="{1A30231C-C7D1-E649-8730-40580602B2EF}" type="presOf" srcId="{88ABA0FA-50BD-4F15-BFDE-45DB2506E85A}" destId="{2FEB7943-5A33-674F-81F1-05E1D4254F8E}" srcOrd="0" destOrd="0" presId="urn:microsoft.com/office/officeart/2005/8/layout/vList5"/>
    <dgm:cxn modelId="{9A62492F-8329-4DF6-B525-31E5A2836BE5}" srcId="{9BDFD0E0-E57D-4A22-B146-714371553FF3}" destId="{C4C8D306-A4F0-4276-8C7B-C6FD49E0BC53}" srcOrd="1" destOrd="0" parTransId="{160E7327-73B3-48D2-85A1-E0045A8F4DCA}" sibTransId="{89EDFEC2-7B64-4669-B61C-05099128D27F}"/>
    <dgm:cxn modelId="{11EB8A42-A33F-9042-B4F2-B1D745E16444}" type="presOf" srcId="{F81A6FBE-F809-413B-A610-4E6D12F42B0A}" destId="{F13B6B49-BB15-DB4D-BE3F-4411D86F4B36}" srcOrd="0" destOrd="0" presId="urn:microsoft.com/office/officeart/2005/8/layout/vList5"/>
    <dgm:cxn modelId="{CC6B9062-3203-D140-8B1D-54E1C3FADDB1}" type="presOf" srcId="{0835CB4C-1B31-4AC4-84A8-E696C3A73AEA}" destId="{054C3CB3-DAA1-8F41-AABD-1FAD46FBD9A0}" srcOrd="0" destOrd="0" presId="urn:microsoft.com/office/officeart/2005/8/layout/vList5"/>
    <dgm:cxn modelId="{DA139162-688B-48BD-A721-9381535642D4}" srcId="{F81A6FBE-F809-413B-A610-4E6D12F42B0A}" destId="{1D42A87F-7144-4E37-AA59-EB434238DDDD}" srcOrd="4" destOrd="0" parTransId="{8E233F61-E1A3-44A5-B9E1-3E9C9D2657C7}" sibTransId="{F3AF97EE-99DB-4C7C-A3B1-D56E5775D880}"/>
    <dgm:cxn modelId="{8A297563-D933-894C-9E44-B280BDC4246D}" type="presOf" srcId="{A95642B4-F1F9-4B6F-AE19-28654EAF60A1}" destId="{12033F58-AF6B-AF4C-A0FE-D9BE1833F4C0}" srcOrd="0" destOrd="1" presId="urn:microsoft.com/office/officeart/2005/8/layout/vList5"/>
    <dgm:cxn modelId="{4D3F1268-15CE-9542-B98E-639713420BD6}" type="presOf" srcId="{9FB67906-E8D0-4CFB-8A60-8110CD30F19C}" destId="{6487FC53-E06F-CA4C-B4F9-C78F9B552747}" srcOrd="0" destOrd="0" presId="urn:microsoft.com/office/officeart/2005/8/layout/vList5"/>
    <dgm:cxn modelId="{01308648-8A6D-2F42-B40B-5BE678285CBA}" type="presOf" srcId="{C4C8D306-A4F0-4276-8C7B-C6FD49E0BC53}" destId="{054C3CB3-DAA1-8F41-AABD-1FAD46FBD9A0}" srcOrd="0" destOrd="1" presId="urn:microsoft.com/office/officeart/2005/8/layout/vList5"/>
    <dgm:cxn modelId="{26F3176C-7017-45FD-A7C0-E4AC221084FE}" srcId="{F81A6FBE-F809-413B-A610-4E6D12F42B0A}" destId="{9BDFD0E0-E57D-4A22-B146-714371553FF3}" srcOrd="0" destOrd="0" parTransId="{88073FD5-8DDA-43F2-B6C7-8356218EA753}" sibTransId="{DA8DDE29-0155-4D53-B052-8EBC4D91AB31}"/>
    <dgm:cxn modelId="{F0935671-458F-4245-A04F-4EE7ADC25740}" type="presOf" srcId="{1D42A87F-7144-4E37-AA59-EB434238DDDD}" destId="{854814FF-D3C3-3849-BFAF-0D40AEF11C37}" srcOrd="0" destOrd="0" presId="urn:microsoft.com/office/officeart/2005/8/layout/vList5"/>
    <dgm:cxn modelId="{81B77872-4DD5-42DF-A7A3-91850D775E97}" srcId="{05DBC6F3-7459-4DB2-950F-1EFD08BD2A22}" destId="{88ABA0FA-50BD-4F15-BFDE-45DB2506E85A}" srcOrd="0" destOrd="0" parTransId="{F28EEA82-B88D-4A8E-BE40-F1503430FB93}" sibTransId="{97490768-A839-4C90-8D2D-F614C64E3F9C}"/>
    <dgm:cxn modelId="{408F6E78-8C7A-4CF3-8451-09C6EC03BB34}" srcId="{F81A6FBE-F809-413B-A610-4E6D12F42B0A}" destId="{6E36AFB8-01F8-4AE1-9A21-F572DC6F5409}" srcOrd="3" destOrd="0" parTransId="{4C9BDE00-88B2-4B9C-B3E3-BAB060604D6C}" sibTransId="{FE363BCD-96AF-4BD3-AE52-22D5FA399681}"/>
    <dgm:cxn modelId="{DF2BD079-C211-FD47-A38E-2CBE9CB16A31}" type="presOf" srcId="{9BDFD0E0-E57D-4A22-B146-714371553FF3}" destId="{95A9AEB4-D0A1-F04A-BA44-3532EAFCBE7B}" srcOrd="0" destOrd="0" presId="urn:microsoft.com/office/officeart/2005/8/layout/vList5"/>
    <dgm:cxn modelId="{771B3889-3795-4331-BB63-4BF80441BB92}" srcId="{F81A6FBE-F809-413B-A610-4E6D12F42B0A}" destId="{05DBC6F3-7459-4DB2-950F-1EFD08BD2A22}" srcOrd="5" destOrd="0" parTransId="{235BB290-C126-4166-A324-A008A59913E5}" sibTransId="{6DE9B28F-2318-47E5-B469-4E357E9D408C}"/>
    <dgm:cxn modelId="{17F35C8A-3C91-4A5D-9774-A7DCD7229424}" srcId="{F81A6FBE-F809-413B-A610-4E6D12F42B0A}" destId="{C491A484-FBA5-4926-B28E-827DC699100D}" srcOrd="2" destOrd="0" parTransId="{594F23C0-A405-4446-BD03-A59B168293F0}" sibTransId="{FEF56B35-A4AF-499E-B295-8C43163539CE}"/>
    <dgm:cxn modelId="{CAC1B19D-745E-F342-A705-E996F7E4D732}" type="presOf" srcId="{CA9CB48F-F726-46D4-B3B5-A04F9DD48CF6}" destId="{12033F58-AF6B-AF4C-A0FE-D9BE1833F4C0}" srcOrd="0" destOrd="0" presId="urn:microsoft.com/office/officeart/2005/8/layout/vList5"/>
    <dgm:cxn modelId="{BFB217A6-99A3-41E3-A8C2-9E4DE2F64928}" srcId="{6E36AFB8-01F8-4AE1-9A21-F572DC6F5409}" destId="{CE02A0BE-833C-4665-829C-E68144FBF473}" srcOrd="0" destOrd="0" parTransId="{7EF3F61D-A32E-4EB3-8B3A-02E050F654E8}" sibTransId="{72538C11-04EA-4EC9-A830-A6CDE9176B14}"/>
    <dgm:cxn modelId="{73A91DB0-37FB-8747-9A13-88AC0435FD27}" type="presOf" srcId="{52B386A2-266A-4D0B-91B3-CB4BD14F2BB4}" destId="{53F178E9-7C8D-7047-B902-92CB45959FB3}" srcOrd="0" destOrd="1" presId="urn:microsoft.com/office/officeart/2005/8/layout/vList5"/>
    <dgm:cxn modelId="{5B7869B1-1737-42BF-ADF0-0E8BE68DC6FA}" srcId="{51C75695-D6C3-4034-A445-F70513AA7798}" destId="{8A231E49-EFD9-4CF5-9DDF-353C7CA2100F}" srcOrd="1" destOrd="0" parTransId="{109DC0BA-8F91-4EBF-AEF3-0E5CCFAC826C}" sibTransId="{D7CB52EA-C12A-474C-92A8-E781CE0B2A12}"/>
    <dgm:cxn modelId="{845EC5B9-C7FA-4661-B78A-5EDCDAE19D39}" srcId="{1D42A87F-7144-4E37-AA59-EB434238DDDD}" destId="{52B386A2-266A-4D0B-91B3-CB4BD14F2BB4}" srcOrd="1" destOrd="0" parTransId="{0572DF7E-F09D-4BD4-B518-A895D18B0680}" sibTransId="{96CB40F9-A496-404D-AB58-17E633EDAF84}"/>
    <dgm:cxn modelId="{443286BF-C9D2-FC41-97DA-BD76DAD6A293}" type="presOf" srcId="{C491A484-FBA5-4926-B28E-827DC699100D}" destId="{915C5340-0C19-3548-9EAC-481750FBD18B}" srcOrd="0" destOrd="0" presId="urn:microsoft.com/office/officeart/2005/8/layout/vList5"/>
    <dgm:cxn modelId="{05A9D2C9-C305-49AC-B620-CADB4313CF39}" srcId="{C491A484-FBA5-4926-B28E-827DC699100D}" destId="{CA9CB48F-F726-46D4-B3B5-A04F9DD48CF6}" srcOrd="0" destOrd="0" parTransId="{67EA2837-DCEE-4B3B-B266-66ED45D8F0E1}" sibTransId="{FB265FEB-A7B5-4548-B578-0C38183073DE}"/>
    <dgm:cxn modelId="{FD618BCC-BEF8-4E6E-9D85-78BADCB25439}" srcId="{51C75695-D6C3-4034-A445-F70513AA7798}" destId="{9FB67906-E8D0-4CFB-8A60-8110CD30F19C}" srcOrd="0" destOrd="0" parTransId="{31DEE3EF-FA53-4EF0-A2E2-483FF62C28E5}" sibTransId="{4CBEA8AB-9039-4AB4-BBE7-75E9E1A8644E}"/>
    <dgm:cxn modelId="{AFEFADD5-47A5-8243-8EC9-E776F8EBDAF5}" type="presOf" srcId="{A87B643A-84AC-4C06-AF34-D35C59C9AF84}" destId="{53F178E9-7C8D-7047-B902-92CB45959FB3}" srcOrd="0" destOrd="0" presId="urn:microsoft.com/office/officeart/2005/8/layout/vList5"/>
    <dgm:cxn modelId="{B0A387F2-CEB3-A440-9044-3AF18E3708A4}" type="presOf" srcId="{CE02A0BE-833C-4665-829C-E68144FBF473}" destId="{78E2C0AE-5A0E-514A-AA93-ACC91B1D9C2F}" srcOrd="0" destOrd="0" presId="urn:microsoft.com/office/officeart/2005/8/layout/vList5"/>
    <dgm:cxn modelId="{C5B497FF-2C93-6149-BD72-6AC6FD766F1C}" type="presOf" srcId="{6E36AFB8-01F8-4AE1-9A21-F572DC6F5409}" destId="{484E7C4D-5069-DF44-A872-A803AD6DD973}" srcOrd="0" destOrd="0" presId="urn:microsoft.com/office/officeart/2005/8/layout/vList5"/>
    <dgm:cxn modelId="{2A0DE97B-8D4D-A340-96F1-520E790039E4}" type="presParOf" srcId="{F13B6B49-BB15-DB4D-BE3F-4411D86F4B36}" destId="{800CBED7-2FFA-1B4E-9500-6D39898A3CF6}" srcOrd="0" destOrd="0" presId="urn:microsoft.com/office/officeart/2005/8/layout/vList5"/>
    <dgm:cxn modelId="{0AA842B8-39C2-4D4C-BC22-D70307F84A8F}" type="presParOf" srcId="{800CBED7-2FFA-1B4E-9500-6D39898A3CF6}" destId="{95A9AEB4-D0A1-F04A-BA44-3532EAFCBE7B}" srcOrd="0" destOrd="0" presId="urn:microsoft.com/office/officeart/2005/8/layout/vList5"/>
    <dgm:cxn modelId="{77B9B6D5-9D89-E446-BE51-A646E00F3574}" type="presParOf" srcId="{800CBED7-2FFA-1B4E-9500-6D39898A3CF6}" destId="{054C3CB3-DAA1-8F41-AABD-1FAD46FBD9A0}" srcOrd="1" destOrd="0" presId="urn:microsoft.com/office/officeart/2005/8/layout/vList5"/>
    <dgm:cxn modelId="{BA8040AF-6C63-4F4B-950E-6AAE5FAA2B36}" type="presParOf" srcId="{F13B6B49-BB15-DB4D-BE3F-4411D86F4B36}" destId="{F2660E82-16C9-C241-A3CD-554D5F469263}" srcOrd="1" destOrd="0" presId="urn:microsoft.com/office/officeart/2005/8/layout/vList5"/>
    <dgm:cxn modelId="{C2E892EB-BDD6-8049-9595-73DE1B5AC5E7}" type="presParOf" srcId="{F13B6B49-BB15-DB4D-BE3F-4411D86F4B36}" destId="{83D4CD10-AFA7-714F-B7E7-A1007F1A95BF}" srcOrd="2" destOrd="0" presId="urn:microsoft.com/office/officeart/2005/8/layout/vList5"/>
    <dgm:cxn modelId="{8C4D2D12-3AF8-EA49-AE7F-7F760FF47E6A}" type="presParOf" srcId="{83D4CD10-AFA7-714F-B7E7-A1007F1A95BF}" destId="{1AC8D7F6-5FA0-4B4D-A0B3-8761DD006A85}" srcOrd="0" destOrd="0" presId="urn:microsoft.com/office/officeart/2005/8/layout/vList5"/>
    <dgm:cxn modelId="{3FB45BB2-5FCE-4E40-B4A6-299C77E8B129}" type="presParOf" srcId="{83D4CD10-AFA7-714F-B7E7-A1007F1A95BF}" destId="{6487FC53-E06F-CA4C-B4F9-C78F9B552747}" srcOrd="1" destOrd="0" presId="urn:microsoft.com/office/officeart/2005/8/layout/vList5"/>
    <dgm:cxn modelId="{289F462F-FBC8-204C-8E35-C05AEEC19D6E}" type="presParOf" srcId="{F13B6B49-BB15-DB4D-BE3F-4411D86F4B36}" destId="{0A7D4A8E-E23B-4145-ACBF-CFAB05B66D4A}" srcOrd="3" destOrd="0" presId="urn:microsoft.com/office/officeart/2005/8/layout/vList5"/>
    <dgm:cxn modelId="{8396146C-3A46-374B-9B66-0B796B22AD3F}" type="presParOf" srcId="{F13B6B49-BB15-DB4D-BE3F-4411D86F4B36}" destId="{982BB075-C2D4-4A4D-B57E-0B98790C9F9C}" srcOrd="4" destOrd="0" presId="urn:microsoft.com/office/officeart/2005/8/layout/vList5"/>
    <dgm:cxn modelId="{B3BB9661-D022-7A4D-A221-2744E837A339}" type="presParOf" srcId="{982BB075-C2D4-4A4D-B57E-0B98790C9F9C}" destId="{915C5340-0C19-3548-9EAC-481750FBD18B}" srcOrd="0" destOrd="0" presId="urn:microsoft.com/office/officeart/2005/8/layout/vList5"/>
    <dgm:cxn modelId="{4AB87FDC-BEB8-D444-9C97-D2EDB7C523E9}" type="presParOf" srcId="{982BB075-C2D4-4A4D-B57E-0B98790C9F9C}" destId="{12033F58-AF6B-AF4C-A0FE-D9BE1833F4C0}" srcOrd="1" destOrd="0" presId="urn:microsoft.com/office/officeart/2005/8/layout/vList5"/>
    <dgm:cxn modelId="{91482646-9D3F-C443-B52F-D03B373ECDE7}" type="presParOf" srcId="{F13B6B49-BB15-DB4D-BE3F-4411D86F4B36}" destId="{B415F7BF-7E9E-2749-8901-F6142556E166}" srcOrd="5" destOrd="0" presId="urn:microsoft.com/office/officeart/2005/8/layout/vList5"/>
    <dgm:cxn modelId="{AD1E53ED-9941-8F40-B11A-E85F3BF28572}" type="presParOf" srcId="{F13B6B49-BB15-DB4D-BE3F-4411D86F4B36}" destId="{D2339ED3-51B4-1842-98FF-F088D6CFA76B}" srcOrd="6" destOrd="0" presId="urn:microsoft.com/office/officeart/2005/8/layout/vList5"/>
    <dgm:cxn modelId="{AFADEEDA-0124-5740-B8BD-AA21F003EDC4}" type="presParOf" srcId="{D2339ED3-51B4-1842-98FF-F088D6CFA76B}" destId="{484E7C4D-5069-DF44-A872-A803AD6DD973}" srcOrd="0" destOrd="0" presId="urn:microsoft.com/office/officeart/2005/8/layout/vList5"/>
    <dgm:cxn modelId="{F43F33FC-177D-A84B-A9EA-6D5E03927583}" type="presParOf" srcId="{D2339ED3-51B4-1842-98FF-F088D6CFA76B}" destId="{78E2C0AE-5A0E-514A-AA93-ACC91B1D9C2F}" srcOrd="1" destOrd="0" presId="urn:microsoft.com/office/officeart/2005/8/layout/vList5"/>
    <dgm:cxn modelId="{AC8D4880-5F27-FE42-8BE8-15B3A3275032}" type="presParOf" srcId="{F13B6B49-BB15-DB4D-BE3F-4411D86F4B36}" destId="{057D9493-492A-0140-893E-89AB3300FCFE}" srcOrd="7" destOrd="0" presId="urn:microsoft.com/office/officeart/2005/8/layout/vList5"/>
    <dgm:cxn modelId="{70FB7CD1-F2B8-3540-A80B-6F0E4D902A57}" type="presParOf" srcId="{F13B6B49-BB15-DB4D-BE3F-4411D86F4B36}" destId="{17CD0A41-84B1-E14F-98F2-EDEA6893262A}" srcOrd="8" destOrd="0" presId="urn:microsoft.com/office/officeart/2005/8/layout/vList5"/>
    <dgm:cxn modelId="{3AB57428-41BD-9F42-ABC8-6C24F00E8D6A}" type="presParOf" srcId="{17CD0A41-84B1-E14F-98F2-EDEA6893262A}" destId="{854814FF-D3C3-3849-BFAF-0D40AEF11C37}" srcOrd="0" destOrd="0" presId="urn:microsoft.com/office/officeart/2005/8/layout/vList5"/>
    <dgm:cxn modelId="{8A7A6BC0-09CF-D644-91D7-5F56068E4705}" type="presParOf" srcId="{17CD0A41-84B1-E14F-98F2-EDEA6893262A}" destId="{53F178E9-7C8D-7047-B902-92CB45959FB3}" srcOrd="1" destOrd="0" presId="urn:microsoft.com/office/officeart/2005/8/layout/vList5"/>
    <dgm:cxn modelId="{391D1DEC-782D-C64A-8AC2-21DB44F729E7}" type="presParOf" srcId="{F13B6B49-BB15-DB4D-BE3F-4411D86F4B36}" destId="{516AF3CB-B44A-8245-B7E1-0FA62FED6FAD}" srcOrd="9" destOrd="0" presId="urn:microsoft.com/office/officeart/2005/8/layout/vList5"/>
    <dgm:cxn modelId="{F642DE34-AAD8-A645-8744-148C0A31EF44}" type="presParOf" srcId="{F13B6B49-BB15-DB4D-BE3F-4411D86F4B36}" destId="{7D457083-87CE-5B47-97AC-0796AC3E8279}" srcOrd="10" destOrd="0" presId="urn:microsoft.com/office/officeart/2005/8/layout/vList5"/>
    <dgm:cxn modelId="{5EAF9123-01D9-8745-A358-DB36DB81250D}" type="presParOf" srcId="{7D457083-87CE-5B47-97AC-0796AC3E8279}" destId="{B8479F27-ED87-A248-BEDB-D1065191A079}" srcOrd="0" destOrd="0" presId="urn:microsoft.com/office/officeart/2005/8/layout/vList5"/>
    <dgm:cxn modelId="{2A6595D9-0DE4-F942-8C60-0EEB71D85C8E}" type="presParOf" srcId="{7D457083-87CE-5B47-97AC-0796AC3E8279}" destId="{2FEB7943-5A33-674F-81F1-05E1D4254F8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D3B1FE27-0F51-47EE-8345-E51539410B9A}" type="doc">
      <dgm:prSet loTypeId="urn:microsoft.com/office/officeart/2008/layout/LinedList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2A43F4F-93E9-4D65-B3DF-1A12E7C9A656}">
      <dgm:prSet/>
      <dgm:spPr/>
      <dgm:t>
        <a:bodyPr/>
        <a:lstStyle/>
        <a:p>
          <a:r>
            <a:rPr lang="en-US"/>
            <a:t>Conclusion</a:t>
          </a:r>
        </a:p>
      </dgm:t>
    </dgm:pt>
    <dgm:pt modelId="{3934A765-E439-44D0-938A-CEAC90B561C7}" type="parTrans" cxnId="{09ABDF10-9FD6-4CFF-9AD5-01B707AEAB28}">
      <dgm:prSet/>
      <dgm:spPr/>
      <dgm:t>
        <a:bodyPr/>
        <a:lstStyle/>
        <a:p>
          <a:endParaRPr lang="en-US"/>
        </a:p>
      </dgm:t>
    </dgm:pt>
    <dgm:pt modelId="{2500756B-95FC-47BC-AA91-E7AF41B57530}" type="sibTrans" cxnId="{09ABDF10-9FD6-4CFF-9AD5-01B707AEAB28}">
      <dgm:prSet/>
      <dgm:spPr/>
      <dgm:t>
        <a:bodyPr/>
        <a:lstStyle/>
        <a:p>
          <a:endParaRPr lang="en-US"/>
        </a:p>
      </dgm:t>
    </dgm:pt>
    <dgm:pt modelId="{C1D6314C-EE10-456F-8872-9C639AF369A0}">
      <dgm:prSet/>
      <dgm:spPr/>
      <dgm:t>
        <a:bodyPr/>
        <a:lstStyle/>
        <a:p>
          <a:r>
            <a:rPr lang="en-US"/>
            <a:t>ML models accurately predict SOH &amp; RUL</a:t>
          </a:r>
        </a:p>
      </dgm:t>
    </dgm:pt>
    <dgm:pt modelId="{8B209F7E-581D-45D5-8526-4A1398BED3CA}" type="parTrans" cxnId="{25C410D8-6F86-44CE-8921-C27E65877401}">
      <dgm:prSet/>
      <dgm:spPr/>
      <dgm:t>
        <a:bodyPr/>
        <a:lstStyle/>
        <a:p>
          <a:endParaRPr lang="en-US"/>
        </a:p>
      </dgm:t>
    </dgm:pt>
    <dgm:pt modelId="{78353370-117F-4F4A-AC9C-3D4FC22CAFB6}" type="sibTrans" cxnId="{25C410D8-6F86-44CE-8921-C27E65877401}">
      <dgm:prSet/>
      <dgm:spPr/>
      <dgm:t>
        <a:bodyPr/>
        <a:lstStyle/>
        <a:p>
          <a:endParaRPr lang="en-US"/>
        </a:p>
      </dgm:t>
    </dgm:pt>
    <dgm:pt modelId="{AC246D43-59D6-4CFF-8BC5-9A2EDFAD669C}">
      <dgm:prSet/>
      <dgm:spPr/>
      <dgm:t>
        <a:bodyPr/>
        <a:lstStyle/>
        <a:p>
          <a:r>
            <a:rPr lang="en-US"/>
            <a:t>Battery degradation prediction improves safety, cost and performance</a:t>
          </a:r>
        </a:p>
      </dgm:t>
    </dgm:pt>
    <dgm:pt modelId="{591AD02B-7DD4-445F-BA5B-16C1F5647B75}" type="parTrans" cxnId="{C24685B3-931D-4ED3-8C0B-B1373ECE8EA5}">
      <dgm:prSet/>
      <dgm:spPr/>
      <dgm:t>
        <a:bodyPr/>
        <a:lstStyle/>
        <a:p>
          <a:endParaRPr lang="en-US"/>
        </a:p>
      </dgm:t>
    </dgm:pt>
    <dgm:pt modelId="{58AA34A5-D5F4-407E-AA42-AA3F28381B09}" type="sibTrans" cxnId="{C24685B3-931D-4ED3-8C0B-B1373ECE8EA5}">
      <dgm:prSet/>
      <dgm:spPr/>
      <dgm:t>
        <a:bodyPr/>
        <a:lstStyle/>
        <a:p>
          <a:endParaRPr lang="en-US"/>
        </a:p>
      </dgm:t>
    </dgm:pt>
    <dgm:pt modelId="{A119E7CF-50ED-425A-967C-7044F7BBB8FB}">
      <dgm:prSet/>
      <dgm:spPr/>
      <dgm:t>
        <a:bodyPr/>
        <a:lstStyle/>
        <a:p>
          <a:r>
            <a:rPr lang="en-US"/>
            <a:t>LSTM performs best for time-series data</a:t>
          </a:r>
        </a:p>
      </dgm:t>
    </dgm:pt>
    <dgm:pt modelId="{BCC086D5-1BE3-4F0E-8EBB-1B92B56C3688}" type="parTrans" cxnId="{0F926BC6-57A9-44AA-B38E-E09257F35177}">
      <dgm:prSet/>
      <dgm:spPr/>
      <dgm:t>
        <a:bodyPr/>
        <a:lstStyle/>
        <a:p>
          <a:endParaRPr lang="en-US"/>
        </a:p>
      </dgm:t>
    </dgm:pt>
    <dgm:pt modelId="{9D620CAF-38FF-43DD-96FB-02DB3F615FBC}" type="sibTrans" cxnId="{0F926BC6-57A9-44AA-B38E-E09257F35177}">
      <dgm:prSet/>
      <dgm:spPr/>
      <dgm:t>
        <a:bodyPr/>
        <a:lstStyle/>
        <a:p>
          <a:endParaRPr lang="en-US"/>
        </a:p>
      </dgm:t>
    </dgm:pt>
    <dgm:pt modelId="{53D36F9A-D194-449C-9395-83285150B987}">
      <dgm:prSet/>
      <dgm:spPr/>
      <dgm:t>
        <a:bodyPr/>
        <a:lstStyle/>
        <a:p>
          <a:r>
            <a:rPr lang="en-US" err="1"/>
            <a:t>XGBoost</a:t>
          </a:r>
          <a:r>
            <a:rPr lang="en-US"/>
            <a:t> is the best among traditional ML models</a:t>
          </a:r>
        </a:p>
      </dgm:t>
    </dgm:pt>
    <dgm:pt modelId="{55CB1F2A-709C-4694-9976-88B8EE952BE3}" type="parTrans" cxnId="{796D4D48-8A50-41C6-8D01-CD1A38B4748B}">
      <dgm:prSet/>
      <dgm:spPr/>
      <dgm:t>
        <a:bodyPr/>
        <a:lstStyle/>
        <a:p>
          <a:endParaRPr lang="en-US"/>
        </a:p>
      </dgm:t>
    </dgm:pt>
    <dgm:pt modelId="{11798E81-BBC1-4836-B5B4-02019C412385}" type="sibTrans" cxnId="{796D4D48-8A50-41C6-8D01-CD1A38B4748B}">
      <dgm:prSet/>
      <dgm:spPr/>
      <dgm:t>
        <a:bodyPr/>
        <a:lstStyle/>
        <a:p>
          <a:endParaRPr lang="en-US"/>
        </a:p>
      </dgm:t>
    </dgm:pt>
    <dgm:pt modelId="{2F3A8EEA-0237-4472-9950-B0003164CEBA}">
      <dgm:prSet/>
      <dgm:spPr/>
      <dgm:t>
        <a:bodyPr/>
        <a:lstStyle/>
        <a:p>
          <a:r>
            <a:rPr lang="en-US"/>
            <a:t>Feature engineering plays a crucial role</a:t>
          </a:r>
        </a:p>
      </dgm:t>
    </dgm:pt>
    <dgm:pt modelId="{6667EC64-7A2E-4245-A5FF-8631B14FC468}" type="parTrans" cxnId="{65C069CB-5022-4913-9429-EF3417055D95}">
      <dgm:prSet/>
      <dgm:spPr/>
      <dgm:t>
        <a:bodyPr/>
        <a:lstStyle/>
        <a:p>
          <a:endParaRPr lang="en-US"/>
        </a:p>
      </dgm:t>
    </dgm:pt>
    <dgm:pt modelId="{3BA2D21C-4CC9-414D-ADBB-62CC20AD74F5}" type="sibTrans" cxnId="{65C069CB-5022-4913-9429-EF3417055D95}">
      <dgm:prSet/>
      <dgm:spPr/>
      <dgm:t>
        <a:bodyPr/>
        <a:lstStyle/>
        <a:p>
          <a:endParaRPr lang="en-US"/>
        </a:p>
      </dgm:t>
    </dgm:pt>
    <dgm:pt modelId="{F141FAF8-E101-47F9-836B-9CB302A0CFE1}">
      <dgm:prSet/>
      <dgm:spPr/>
      <dgm:t>
        <a:bodyPr/>
        <a:lstStyle/>
        <a:p>
          <a:r>
            <a:rPr lang="en-US"/>
            <a:t>Future scope</a:t>
          </a:r>
        </a:p>
      </dgm:t>
    </dgm:pt>
    <dgm:pt modelId="{BA1F9B73-1E33-44B9-A64F-9A0199BD6517}" type="parTrans" cxnId="{5F53AB0E-D313-441D-B2F6-7595F20B9169}">
      <dgm:prSet/>
      <dgm:spPr/>
      <dgm:t>
        <a:bodyPr/>
        <a:lstStyle/>
        <a:p>
          <a:endParaRPr lang="en-US"/>
        </a:p>
      </dgm:t>
    </dgm:pt>
    <dgm:pt modelId="{62439564-628E-4AB8-A46A-51F14A059D59}" type="sibTrans" cxnId="{5F53AB0E-D313-441D-B2F6-7595F20B9169}">
      <dgm:prSet/>
      <dgm:spPr/>
      <dgm:t>
        <a:bodyPr/>
        <a:lstStyle/>
        <a:p>
          <a:endParaRPr lang="en-US"/>
        </a:p>
      </dgm:t>
    </dgm:pt>
    <dgm:pt modelId="{7023D344-22F0-4774-AEE7-6BFBBEF22C99}">
      <dgm:prSet/>
      <dgm:spPr/>
      <dgm:t>
        <a:bodyPr/>
        <a:lstStyle/>
        <a:p>
          <a:r>
            <a:rPr lang="en-US"/>
            <a:t>Transfer learning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reduces data requirements</a:t>
          </a:r>
        </a:p>
      </dgm:t>
    </dgm:pt>
    <dgm:pt modelId="{E16837D3-7567-4A86-A78F-476089609A30}" type="parTrans" cxnId="{48660FC6-B72F-40F4-BBCB-42EE85C075B7}">
      <dgm:prSet/>
      <dgm:spPr/>
      <dgm:t>
        <a:bodyPr/>
        <a:lstStyle/>
        <a:p>
          <a:endParaRPr lang="en-US"/>
        </a:p>
      </dgm:t>
    </dgm:pt>
    <dgm:pt modelId="{8BB62A82-5229-4558-BAF5-F807ACE4AA98}" type="sibTrans" cxnId="{48660FC6-B72F-40F4-BBCB-42EE85C075B7}">
      <dgm:prSet/>
      <dgm:spPr/>
      <dgm:t>
        <a:bodyPr/>
        <a:lstStyle/>
        <a:p>
          <a:endParaRPr lang="en-US"/>
        </a:p>
      </dgm:t>
    </dgm:pt>
    <dgm:pt modelId="{506A6215-43AD-4BD8-A07C-F718AF1F7D6E}">
      <dgm:prSet/>
      <dgm:spPr/>
      <dgm:t>
        <a:bodyPr/>
        <a:lstStyle/>
        <a:p>
          <a:r>
            <a:rPr lang="en-US"/>
            <a:t>Physics informed ML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hybrid modeling approach</a:t>
          </a:r>
        </a:p>
      </dgm:t>
    </dgm:pt>
    <dgm:pt modelId="{05AD0588-51D9-40B8-A96A-53D241A9D69B}" type="parTrans" cxnId="{D6F8E5E4-BCB5-4E79-B956-A555C8F08E59}">
      <dgm:prSet/>
      <dgm:spPr/>
      <dgm:t>
        <a:bodyPr/>
        <a:lstStyle/>
        <a:p>
          <a:endParaRPr lang="en-US"/>
        </a:p>
      </dgm:t>
    </dgm:pt>
    <dgm:pt modelId="{38C69A61-6AC7-48FD-AD5B-100AA79C68FD}" type="sibTrans" cxnId="{D6F8E5E4-BCB5-4E79-B956-A555C8F08E59}">
      <dgm:prSet/>
      <dgm:spPr/>
      <dgm:t>
        <a:bodyPr/>
        <a:lstStyle/>
        <a:p>
          <a:endParaRPr lang="en-US"/>
        </a:p>
      </dgm:t>
    </dgm:pt>
    <dgm:pt modelId="{D0541591-54FA-4877-A1E2-37F031976461}">
      <dgm:prSet/>
      <dgm:spPr/>
      <dgm:t>
        <a:bodyPr/>
        <a:lstStyle/>
        <a:p>
          <a:r>
            <a:rPr lang="en-US"/>
            <a:t>Transformer models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advanced sequencing prediction</a:t>
          </a:r>
        </a:p>
      </dgm:t>
    </dgm:pt>
    <dgm:pt modelId="{E1D63ED5-0611-4D78-BE2F-2BF56930E352}" type="parTrans" cxnId="{F3C845CD-30D1-4A2D-B3A7-2BCF7DF44F72}">
      <dgm:prSet/>
      <dgm:spPr/>
      <dgm:t>
        <a:bodyPr/>
        <a:lstStyle/>
        <a:p>
          <a:endParaRPr lang="en-US"/>
        </a:p>
      </dgm:t>
    </dgm:pt>
    <dgm:pt modelId="{52D567CC-0D50-4D34-99EC-8A88D0151218}" type="sibTrans" cxnId="{F3C845CD-30D1-4A2D-B3A7-2BCF7DF44F72}">
      <dgm:prSet/>
      <dgm:spPr/>
      <dgm:t>
        <a:bodyPr/>
        <a:lstStyle/>
        <a:p>
          <a:endParaRPr lang="en-US"/>
        </a:p>
      </dgm:t>
    </dgm:pt>
    <dgm:pt modelId="{3B3B574E-C97B-47FE-BC0E-84F0879EE6E1}">
      <dgm:prSet/>
      <dgm:spPr/>
      <dgm:t>
        <a:bodyPr/>
        <a:lstStyle/>
        <a:p>
          <a:r>
            <a:rPr lang="en-US"/>
            <a:t>Federated learning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privacy preserving training</a:t>
          </a:r>
        </a:p>
      </dgm:t>
    </dgm:pt>
    <dgm:pt modelId="{C86E2239-1A63-4E3E-896B-70E65DDAF52F}" type="parTrans" cxnId="{B3FCC99D-DFAF-44FA-AD0E-3FD7067A5EF4}">
      <dgm:prSet/>
      <dgm:spPr/>
      <dgm:t>
        <a:bodyPr/>
        <a:lstStyle/>
        <a:p>
          <a:endParaRPr lang="en-US"/>
        </a:p>
      </dgm:t>
    </dgm:pt>
    <dgm:pt modelId="{1641AD2C-E440-4EE0-9E89-12C441BFBECB}" type="sibTrans" cxnId="{B3FCC99D-DFAF-44FA-AD0E-3FD7067A5EF4}">
      <dgm:prSet/>
      <dgm:spPr/>
      <dgm:t>
        <a:bodyPr/>
        <a:lstStyle/>
        <a:p>
          <a:endParaRPr lang="en-US"/>
        </a:p>
      </dgm:t>
    </dgm:pt>
    <dgm:pt modelId="{F4FEE163-EFF8-46B4-BDB9-8364BDBCB1AD}">
      <dgm:prSet/>
      <dgm:spPr/>
      <dgm:t>
        <a:bodyPr/>
        <a:lstStyle/>
        <a:p>
          <a:r>
            <a:rPr lang="en-US"/>
            <a:t>Real time deployment in battery Management Systems </a:t>
          </a:r>
        </a:p>
      </dgm:t>
    </dgm:pt>
    <dgm:pt modelId="{0EC3003F-ED8F-4986-A6A8-4F8841BFA1CC}" type="parTrans" cxnId="{82DDBFD7-6430-4F03-A323-23D4F41B462E}">
      <dgm:prSet/>
      <dgm:spPr/>
      <dgm:t>
        <a:bodyPr/>
        <a:lstStyle/>
        <a:p>
          <a:endParaRPr lang="en-US"/>
        </a:p>
      </dgm:t>
    </dgm:pt>
    <dgm:pt modelId="{AA079886-F9E3-4B25-9A40-46EF21CAD884}" type="sibTrans" cxnId="{82DDBFD7-6430-4F03-A323-23D4F41B462E}">
      <dgm:prSet/>
      <dgm:spPr/>
      <dgm:t>
        <a:bodyPr/>
        <a:lstStyle/>
        <a:p>
          <a:endParaRPr lang="en-US"/>
        </a:p>
      </dgm:t>
    </dgm:pt>
    <dgm:pt modelId="{03D19480-9EC1-A143-ACFF-D4897C6A40C5}" type="pres">
      <dgm:prSet presAssocID="{D3B1FE27-0F51-47EE-8345-E51539410B9A}" presName="vert0" presStyleCnt="0">
        <dgm:presLayoutVars>
          <dgm:dir/>
          <dgm:animOne val="branch"/>
          <dgm:animLvl val="lvl"/>
        </dgm:presLayoutVars>
      </dgm:prSet>
      <dgm:spPr/>
    </dgm:pt>
    <dgm:pt modelId="{7D4BD556-562A-A240-87EF-8596DB8AD396}" type="pres">
      <dgm:prSet presAssocID="{B2A43F4F-93E9-4D65-B3DF-1A12E7C9A656}" presName="thickLine" presStyleLbl="alignNode1" presStyleIdx="0" presStyleCnt="2"/>
      <dgm:spPr/>
    </dgm:pt>
    <dgm:pt modelId="{3B3FFB88-C222-FF4C-8050-7FFE41060AE7}" type="pres">
      <dgm:prSet presAssocID="{B2A43F4F-93E9-4D65-B3DF-1A12E7C9A656}" presName="horz1" presStyleCnt="0"/>
      <dgm:spPr/>
    </dgm:pt>
    <dgm:pt modelId="{E4ED4ABE-CA0B-2947-A4F5-BEFDCFEF78B4}" type="pres">
      <dgm:prSet presAssocID="{B2A43F4F-93E9-4D65-B3DF-1A12E7C9A656}" presName="tx1" presStyleLbl="revTx" presStyleIdx="0" presStyleCnt="12"/>
      <dgm:spPr/>
    </dgm:pt>
    <dgm:pt modelId="{0D553F62-08CD-9F41-AF44-E31FD0A760D2}" type="pres">
      <dgm:prSet presAssocID="{B2A43F4F-93E9-4D65-B3DF-1A12E7C9A656}" presName="vert1" presStyleCnt="0"/>
      <dgm:spPr/>
    </dgm:pt>
    <dgm:pt modelId="{3B8160B7-FBF7-7D4A-8CE2-8586B06F4CB1}" type="pres">
      <dgm:prSet presAssocID="{C1D6314C-EE10-456F-8872-9C639AF369A0}" presName="vertSpace2a" presStyleCnt="0"/>
      <dgm:spPr/>
    </dgm:pt>
    <dgm:pt modelId="{CECA5ABC-F894-924B-944F-BD8CB3BD8F0C}" type="pres">
      <dgm:prSet presAssocID="{C1D6314C-EE10-456F-8872-9C639AF369A0}" presName="horz2" presStyleCnt="0"/>
      <dgm:spPr/>
    </dgm:pt>
    <dgm:pt modelId="{8B6086F3-53D0-6940-A213-EBC1A8906F11}" type="pres">
      <dgm:prSet presAssocID="{C1D6314C-EE10-456F-8872-9C639AF369A0}" presName="horzSpace2" presStyleCnt="0"/>
      <dgm:spPr/>
    </dgm:pt>
    <dgm:pt modelId="{D9117F20-52A3-954B-A763-8671166A2642}" type="pres">
      <dgm:prSet presAssocID="{C1D6314C-EE10-456F-8872-9C639AF369A0}" presName="tx2" presStyleLbl="revTx" presStyleIdx="1" presStyleCnt="12"/>
      <dgm:spPr/>
    </dgm:pt>
    <dgm:pt modelId="{69015705-7EDB-0F4D-8273-CCCCEEE0E4CE}" type="pres">
      <dgm:prSet presAssocID="{C1D6314C-EE10-456F-8872-9C639AF369A0}" presName="vert2" presStyleCnt="0"/>
      <dgm:spPr/>
    </dgm:pt>
    <dgm:pt modelId="{5084DC87-CEE5-1947-88FE-F2C75E1A8B74}" type="pres">
      <dgm:prSet presAssocID="{C1D6314C-EE10-456F-8872-9C639AF369A0}" presName="thinLine2b" presStyleLbl="callout" presStyleIdx="0" presStyleCnt="10"/>
      <dgm:spPr/>
    </dgm:pt>
    <dgm:pt modelId="{366018C3-551B-894E-9BEE-3B1C9F488455}" type="pres">
      <dgm:prSet presAssocID="{C1D6314C-EE10-456F-8872-9C639AF369A0}" presName="vertSpace2b" presStyleCnt="0"/>
      <dgm:spPr/>
    </dgm:pt>
    <dgm:pt modelId="{97EB75E8-14A8-8945-B490-1699E8F0D5DD}" type="pres">
      <dgm:prSet presAssocID="{AC246D43-59D6-4CFF-8BC5-9A2EDFAD669C}" presName="horz2" presStyleCnt="0"/>
      <dgm:spPr/>
    </dgm:pt>
    <dgm:pt modelId="{A0D08548-E7C4-B249-A975-159A74849294}" type="pres">
      <dgm:prSet presAssocID="{AC246D43-59D6-4CFF-8BC5-9A2EDFAD669C}" presName="horzSpace2" presStyleCnt="0"/>
      <dgm:spPr/>
    </dgm:pt>
    <dgm:pt modelId="{C5471F8E-E955-5D44-B069-E4B5C8C18AFB}" type="pres">
      <dgm:prSet presAssocID="{AC246D43-59D6-4CFF-8BC5-9A2EDFAD669C}" presName="tx2" presStyleLbl="revTx" presStyleIdx="2" presStyleCnt="12"/>
      <dgm:spPr/>
    </dgm:pt>
    <dgm:pt modelId="{02F28A95-77CA-8349-B0C0-901F50C6F058}" type="pres">
      <dgm:prSet presAssocID="{AC246D43-59D6-4CFF-8BC5-9A2EDFAD669C}" presName="vert2" presStyleCnt="0"/>
      <dgm:spPr/>
    </dgm:pt>
    <dgm:pt modelId="{EB37DDA9-17B4-FE4D-B6F0-B7C6AC952319}" type="pres">
      <dgm:prSet presAssocID="{AC246D43-59D6-4CFF-8BC5-9A2EDFAD669C}" presName="thinLine2b" presStyleLbl="callout" presStyleIdx="1" presStyleCnt="10"/>
      <dgm:spPr/>
    </dgm:pt>
    <dgm:pt modelId="{B6B98A89-344F-A746-B216-7CC5AEFA06EF}" type="pres">
      <dgm:prSet presAssocID="{AC246D43-59D6-4CFF-8BC5-9A2EDFAD669C}" presName="vertSpace2b" presStyleCnt="0"/>
      <dgm:spPr/>
    </dgm:pt>
    <dgm:pt modelId="{4E88624A-4E06-4446-AD28-47C8AAF66995}" type="pres">
      <dgm:prSet presAssocID="{A119E7CF-50ED-425A-967C-7044F7BBB8FB}" presName="horz2" presStyleCnt="0"/>
      <dgm:spPr/>
    </dgm:pt>
    <dgm:pt modelId="{B1C45361-145C-9645-BAD4-C581C4A7BC7B}" type="pres">
      <dgm:prSet presAssocID="{A119E7CF-50ED-425A-967C-7044F7BBB8FB}" presName="horzSpace2" presStyleCnt="0"/>
      <dgm:spPr/>
    </dgm:pt>
    <dgm:pt modelId="{B9F1A2C9-8812-564B-A959-D118494A5A66}" type="pres">
      <dgm:prSet presAssocID="{A119E7CF-50ED-425A-967C-7044F7BBB8FB}" presName="tx2" presStyleLbl="revTx" presStyleIdx="3" presStyleCnt="12"/>
      <dgm:spPr/>
    </dgm:pt>
    <dgm:pt modelId="{4367C63C-AAA0-3A40-B920-6CA2E7D4E6FD}" type="pres">
      <dgm:prSet presAssocID="{A119E7CF-50ED-425A-967C-7044F7BBB8FB}" presName="vert2" presStyleCnt="0"/>
      <dgm:spPr/>
    </dgm:pt>
    <dgm:pt modelId="{7B75E041-0E0F-544E-A4A1-42BDE6F354BD}" type="pres">
      <dgm:prSet presAssocID="{A119E7CF-50ED-425A-967C-7044F7BBB8FB}" presName="thinLine2b" presStyleLbl="callout" presStyleIdx="2" presStyleCnt="10"/>
      <dgm:spPr/>
    </dgm:pt>
    <dgm:pt modelId="{D2041328-E45E-AE4B-AF1B-CF7C86A5D0A6}" type="pres">
      <dgm:prSet presAssocID="{A119E7CF-50ED-425A-967C-7044F7BBB8FB}" presName="vertSpace2b" presStyleCnt="0"/>
      <dgm:spPr/>
    </dgm:pt>
    <dgm:pt modelId="{9C568E88-63C7-B143-BB58-F2F9043B15BD}" type="pres">
      <dgm:prSet presAssocID="{53D36F9A-D194-449C-9395-83285150B987}" presName="horz2" presStyleCnt="0"/>
      <dgm:spPr/>
    </dgm:pt>
    <dgm:pt modelId="{68A5FDD2-AECF-2A4B-999E-7C49942B65C4}" type="pres">
      <dgm:prSet presAssocID="{53D36F9A-D194-449C-9395-83285150B987}" presName="horzSpace2" presStyleCnt="0"/>
      <dgm:spPr/>
    </dgm:pt>
    <dgm:pt modelId="{B9EC3745-3616-054E-90E9-156A89D43D56}" type="pres">
      <dgm:prSet presAssocID="{53D36F9A-D194-449C-9395-83285150B987}" presName="tx2" presStyleLbl="revTx" presStyleIdx="4" presStyleCnt="12"/>
      <dgm:spPr/>
    </dgm:pt>
    <dgm:pt modelId="{E13873DE-DA24-6245-919E-9716FF7519C6}" type="pres">
      <dgm:prSet presAssocID="{53D36F9A-D194-449C-9395-83285150B987}" presName="vert2" presStyleCnt="0"/>
      <dgm:spPr/>
    </dgm:pt>
    <dgm:pt modelId="{30E1E025-79C7-8545-A4D9-E43E15347200}" type="pres">
      <dgm:prSet presAssocID="{53D36F9A-D194-449C-9395-83285150B987}" presName="thinLine2b" presStyleLbl="callout" presStyleIdx="3" presStyleCnt="10"/>
      <dgm:spPr/>
    </dgm:pt>
    <dgm:pt modelId="{6CEB1254-B539-C24D-AD3F-0B9D8A85CBA4}" type="pres">
      <dgm:prSet presAssocID="{53D36F9A-D194-449C-9395-83285150B987}" presName="vertSpace2b" presStyleCnt="0"/>
      <dgm:spPr/>
    </dgm:pt>
    <dgm:pt modelId="{09942F85-2441-1443-A7D8-3942B51316F4}" type="pres">
      <dgm:prSet presAssocID="{2F3A8EEA-0237-4472-9950-B0003164CEBA}" presName="horz2" presStyleCnt="0"/>
      <dgm:spPr/>
    </dgm:pt>
    <dgm:pt modelId="{5EF40DF0-47D0-2645-BFA3-77F9CCE1E5F0}" type="pres">
      <dgm:prSet presAssocID="{2F3A8EEA-0237-4472-9950-B0003164CEBA}" presName="horzSpace2" presStyleCnt="0"/>
      <dgm:spPr/>
    </dgm:pt>
    <dgm:pt modelId="{9265F459-F2B9-6C42-8220-A1F436336C32}" type="pres">
      <dgm:prSet presAssocID="{2F3A8EEA-0237-4472-9950-B0003164CEBA}" presName="tx2" presStyleLbl="revTx" presStyleIdx="5" presStyleCnt="12"/>
      <dgm:spPr/>
    </dgm:pt>
    <dgm:pt modelId="{22940806-D8A0-D140-8E69-FF999FF9468B}" type="pres">
      <dgm:prSet presAssocID="{2F3A8EEA-0237-4472-9950-B0003164CEBA}" presName="vert2" presStyleCnt="0"/>
      <dgm:spPr/>
    </dgm:pt>
    <dgm:pt modelId="{BBBDC461-4475-E742-A3F6-F5E1EF518E08}" type="pres">
      <dgm:prSet presAssocID="{2F3A8EEA-0237-4472-9950-B0003164CEBA}" presName="thinLine2b" presStyleLbl="callout" presStyleIdx="4" presStyleCnt="10"/>
      <dgm:spPr/>
    </dgm:pt>
    <dgm:pt modelId="{A75662F4-7532-3D4C-9A6F-A9D9A7948C0C}" type="pres">
      <dgm:prSet presAssocID="{2F3A8EEA-0237-4472-9950-B0003164CEBA}" presName="vertSpace2b" presStyleCnt="0"/>
      <dgm:spPr/>
    </dgm:pt>
    <dgm:pt modelId="{634E1613-F1B9-2C45-9711-CFFD91B94F14}" type="pres">
      <dgm:prSet presAssocID="{F141FAF8-E101-47F9-836B-9CB302A0CFE1}" presName="thickLine" presStyleLbl="alignNode1" presStyleIdx="1" presStyleCnt="2"/>
      <dgm:spPr/>
    </dgm:pt>
    <dgm:pt modelId="{9D1B8A1E-AF05-6E47-BBE6-55F19F3F9F1F}" type="pres">
      <dgm:prSet presAssocID="{F141FAF8-E101-47F9-836B-9CB302A0CFE1}" presName="horz1" presStyleCnt="0"/>
      <dgm:spPr/>
    </dgm:pt>
    <dgm:pt modelId="{F0B0F7A2-A8CA-F84E-A8AB-FC276EB16F49}" type="pres">
      <dgm:prSet presAssocID="{F141FAF8-E101-47F9-836B-9CB302A0CFE1}" presName="tx1" presStyleLbl="revTx" presStyleIdx="6" presStyleCnt="12"/>
      <dgm:spPr/>
    </dgm:pt>
    <dgm:pt modelId="{54E9CB62-3676-E842-80A7-FDF717F1084F}" type="pres">
      <dgm:prSet presAssocID="{F141FAF8-E101-47F9-836B-9CB302A0CFE1}" presName="vert1" presStyleCnt="0"/>
      <dgm:spPr/>
    </dgm:pt>
    <dgm:pt modelId="{5EBD4F71-9A9A-8C4F-AF5C-9C33E337249C}" type="pres">
      <dgm:prSet presAssocID="{7023D344-22F0-4774-AEE7-6BFBBEF22C99}" presName="vertSpace2a" presStyleCnt="0"/>
      <dgm:spPr/>
    </dgm:pt>
    <dgm:pt modelId="{3CF5F7B6-2B02-6E43-8AA0-355B50B53EAC}" type="pres">
      <dgm:prSet presAssocID="{7023D344-22F0-4774-AEE7-6BFBBEF22C99}" presName="horz2" presStyleCnt="0"/>
      <dgm:spPr/>
    </dgm:pt>
    <dgm:pt modelId="{E57480A7-0E40-CB40-B412-E425B0274FB3}" type="pres">
      <dgm:prSet presAssocID="{7023D344-22F0-4774-AEE7-6BFBBEF22C99}" presName="horzSpace2" presStyleCnt="0"/>
      <dgm:spPr/>
    </dgm:pt>
    <dgm:pt modelId="{C1648C52-D8CD-C44D-BDF1-BD5B51EC7966}" type="pres">
      <dgm:prSet presAssocID="{7023D344-22F0-4774-AEE7-6BFBBEF22C99}" presName="tx2" presStyleLbl="revTx" presStyleIdx="7" presStyleCnt="12"/>
      <dgm:spPr/>
    </dgm:pt>
    <dgm:pt modelId="{5B6F2D17-0005-B848-BABE-5167EE274AEE}" type="pres">
      <dgm:prSet presAssocID="{7023D344-22F0-4774-AEE7-6BFBBEF22C99}" presName="vert2" presStyleCnt="0"/>
      <dgm:spPr/>
    </dgm:pt>
    <dgm:pt modelId="{FBD2FEA8-3AD5-2742-86BC-B2E8966C00DF}" type="pres">
      <dgm:prSet presAssocID="{7023D344-22F0-4774-AEE7-6BFBBEF22C99}" presName="thinLine2b" presStyleLbl="callout" presStyleIdx="5" presStyleCnt="10"/>
      <dgm:spPr/>
    </dgm:pt>
    <dgm:pt modelId="{4E2E2030-7D14-3A4E-A33E-B0A6F9BEB8D0}" type="pres">
      <dgm:prSet presAssocID="{7023D344-22F0-4774-AEE7-6BFBBEF22C99}" presName="vertSpace2b" presStyleCnt="0"/>
      <dgm:spPr/>
    </dgm:pt>
    <dgm:pt modelId="{ACD189E6-16A9-EC4E-AC3C-99CDDE8DBED0}" type="pres">
      <dgm:prSet presAssocID="{506A6215-43AD-4BD8-A07C-F718AF1F7D6E}" presName="horz2" presStyleCnt="0"/>
      <dgm:spPr/>
    </dgm:pt>
    <dgm:pt modelId="{3DD176B3-6A14-6B49-8439-3DFFB8BD230C}" type="pres">
      <dgm:prSet presAssocID="{506A6215-43AD-4BD8-A07C-F718AF1F7D6E}" presName="horzSpace2" presStyleCnt="0"/>
      <dgm:spPr/>
    </dgm:pt>
    <dgm:pt modelId="{11697D30-4C45-3C4B-9665-549F67268C74}" type="pres">
      <dgm:prSet presAssocID="{506A6215-43AD-4BD8-A07C-F718AF1F7D6E}" presName="tx2" presStyleLbl="revTx" presStyleIdx="8" presStyleCnt="12"/>
      <dgm:spPr/>
    </dgm:pt>
    <dgm:pt modelId="{2D764B3E-74D7-A941-A7E7-C37E1EFE0F61}" type="pres">
      <dgm:prSet presAssocID="{506A6215-43AD-4BD8-A07C-F718AF1F7D6E}" presName="vert2" presStyleCnt="0"/>
      <dgm:spPr/>
    </dgm:pt>
    <dgm:pt modelId="{792BB3B3-4807-2742-B6BF-90D800AC50F0}" type="pres">
      <dgm:prSet presAssocID="{506A6215-43AD-4BD8-A07C-F718AF1F7D6E}" presName="thinLine2b" presStyleLbl="callout" presStyleIdx="6" presStyleCnt="10"/>
      <dgm:spPr/>
    </dgm:pt>
    <dgm:pt modelId="{112B81ED-FA09-B84A-8E7D-6DFDF903C4EF}" type="pres">
      <dgm:prSet presAssocID="{506A6215-43AD-4BD8-A07C-F718AF1F7D6E}" presName="vertSpace2b" presStyleCnt="0"/>
      <dgm:spPr/>
    </dgm:pt>
    <dgm:pt modelId="{561572DC-9A7C-7245-9004-0F9F14F9E73B}" type="pres">
      <dgm:prSet presAssocID="{D0541591-54FA-4877-A1E2-37F031976461}" presName="horz2" presStyleCnt="0"/>
      <dgm:spPr/>
    </dgm:pt>
    <dgm:pt modelId="{91AFC247-F50C-7C4A-B1AF-D15D80B01E70}" type="pres">
      <dgm:prSet presAssocID="{D0541591-54FA-4877-A1E2-37F031976461}" presName="horzSpace2" presStyleCnt="0"/>
      <dgm:spPr/>
    </dgm:pt>
    <dgm:pt modelId="{02B44C4F-2B00-384F-98A2-10259B951E03}" type="pres">
      <dgm:prSet presAssocID="{D0541591-54FA-4877-A1E2-37F031976461}" presName="tx2" presStyleLbl="revTx" presStyleIdx="9" presStyleCnt="12"/>
      <dgm:spPr/>
    </dgm:pt>
    <dgm:pt modelId="{794E6F42-102C-8E4C-B224-CBD035C8BB56}" type="pres">
      <dgm:prSet presAssocID="{D0541591-54FA-4877-A1E2-37F031976461}" presName="vert2" presStyleCnt="0"/>
      <dgm:spPr/>
    </dgm:pt>
    <dgm:pt modelId="{DFDCE1D8-3E25-804A-9315-1703C950C1E5}" type="pres">
      <dgm:prSet presAssocID="{D0541591-54FA-4877-A1E2-37F031976461}" presName="thinLine2b" presStyleLbl="callout" presStyleIdx="7" presStyleCnt="10"/>
      <dgm:spPr/>
    </dgm:pt>
    <dgm:pt modelId="{80961522-175E-6042-A4C9-BFEF491885A4}" type="pres">
      <dgm:prSet presAssocID="{D0541591-54FA-4877-A1E2-37F031976461}" presName="vertSpace2b" presStyleCnt="0"/>
      <dgm:spPr/>
    </dgm:pt>
    <dgm:pt modelId="{D714EF6E-D6D5-FA4B-A151-B83C211166DA}" type="pres">
      <dgm:prSet presAssocID="{3B3B574E-C97B-47FE-BC0E-84F0879EE6E1}" presName="horz2" presStyleCnt="0"/>
      <dgm:spPr/>
    </dgm:pt>
    <dgm:pt modelId="{811CAA29-155D-2246-8DC3-CECCF70897B2}" type="pres">
      <dgm:prSet presAssocID="{3B3B574E-C97B-47FE-BC0E-84F0879EE6E1}" presName="horzSpace2" presStyleCnt="0"/>
      <dgm:spPr/>
    </dgm:pt>
    <dgm:pt modelId="{459477F4-DE88-084D-B814-CB25BB6D19C0}" type="pres">
      <dgm:prSet presAssocID="{3B3B574E-C97B-47FE-BC0E-84F0879EE6E1}" presName="tx2" presStyleLbl="revTx" presStyleIdx="10" presStyleCnt="12"/>
      <dgm:spPr/>
    </dgm:pt>
    <dgm:pt modelId="{2AC5D0F9-4208-504C-9A3F-D9DF0B046DBD}" type="pres">
      <dgm:prSet presAssocID="{3B3B574E-C97B-47FE-BC0E-84F0879EE6E1}" presName="vert2" presStyleCnt="0"/>
      <dgm:spPr/>
    </dgm:pt>
    <dgm:pt modelId="{4C21ADE1-6D86-3246-8953-D7B5D1B189B6}" type="pres">
      <dgm:prSet presAssocID="{3B3B574E-C97B-47FE-BC0E-84F0879EE6E1}" presName="thinLine2b" presStyleLbl="callout" presStyleIdx="8" presStyleCnt="10"/>
      <dgm:spPr/>
    </dgm:pt>
    <dgm:pt modelId="{95C0DE82-6388-C044-8CB1-9A380F8453BE}" type="pres">
      <dgm:prSet presAssocID="{3B3B574E-C97B-47FE-BC0E-84F0879EE6E1}" presName="vertSpace2b" presStyleCnt="0"/>
      <dgm:spPr/>
    </dgm:pt>
    <dgm:pt modelId="{3C1EC421-29E6-204A-9E97-D482F53C61D6}" type="pres">
      <dgm:prSet presAssocID="{F4FEE163-EFF8-46B4-BDB9-8364BDBCB1AD}" presName="horz2" presStyleCnt="0"/>
      <dgm:spPr/>
    </dgm:pt>
    <dgm:pt modelId="{229B79BE-EAEA-464E-A6D6-36F694735A00}" type="pres">
      <dgm:prSet presAssocID="{F4FEE163-EFF8-46B4-BDB9-8364BDBCB1AD}" presName="horzSpace2" presStyleCnt="0"/>
      <dgm:spPr/>
    </dgm:pt>
    <dgm:pt modelId="{6979AE46-7B2B-D14B-879D-EC265A5DA2BC}" type="pres">
      <dgm:prSet presAssocID="{F4FEE163-EFF8-46B4-BDB9-8364BDBCB1AD}" presName="tx2" presStyleLbl="revTx" presStyleIdx="11" presStyleCnt="12"/>
      <dgm:spPr/>
    </dgm:pt>
    <dgm:pt modelId="{83E81F1F-027B-524C-815A-B50CEC23A087}" type="pres">
      <dgm:prSet presAssocID="{F4FEE163-EFF8-46B4-BDB9-8364BDBCB1AD}" presName="vert2" presStyleCnt="0"/>
      <dgm:spPr/>
    </dgm:pt>
    <dgm:pt modelId="{380F22E1-510C-0B4A-96B8-630294A1A83B}" type="pres">
      <dgm:prSet presAssocID="{F4FEE163-EFF8-46B4-BDB9-8364BDBCB1AD}" presName="thinLine2b" presStyleLbl="callout" presStyleIdx="9" presStyleCnt="10"/>
      <dgm:spPr/>
    </dgm:pt>
    <dgm:pt modelId="{284B6A92-12DA-B741-85B5-BA9381B9C97E}" type="pres">
      <dgm:prSet presAssocID="{F4FEE163-EFF8-46B4-BDB9-8364BDBCB1AD}" presName="vertSpace2b" presStyleCnt="0"/>
      <dgm:spPr/>
    </dgm:pt>
  </dgm:ptLst>
  <dgm:cxnLst>
    <dgm:cxn modelId="{5F53AB0E-D313-441D-B2F6-7595F20B9169}" srcId="{D3B1FE27-0F51-47EE-8345-E51539410B9A}" destId="{F141FAF8-E101-47F9-836B-9CB302A0CFE1}" srcOrd="1" destOrd="0" parTransId="{BA1F9B73-1E33-44B9-A64F-9A0199BD6517}" sibTransId="{62439564-628E-4AB8-A46A-51F14A059D59}"/>
    <dgm:cxn modelId="{09ABDF10-9FD6-4CFF-9AD5-01B707AEAB28}" srcId="{D3B1FE27-0F51-47EE-8345-E51539410B9A}" destId="{B2A43F4F-93E9-4D65-B3DF-1A12E7C9A656}" srcOrd="0" destOrd="0" parTransId="{3934A765-E439-44D0-938A-CEAC90B561C7}" sibTransId="{2500756B-95FC-47BC-AA91-E7AF41B57530}"/>
    <dgm:cxn modelId="{DC683819-1B7E-B24B-B1DD-65432A79B51A}" type="presOf" srcId="{F141FAF8-E101-47F9-836B-9CB302A0CFE1}" destId="{F0B0F7A2-A8CA-F84E-A8AB-FC276EB16F49}" srcOrd="0" destOrd="0" presId="urn:microsoft.com/office/officeart/2008/layout/LinedList"/>
    <dgm:cxn modelId="{735EF241-9E7D-774C-BDD3-E7D3AEB9D236}" type="presOf" srcId="{D3B1FE27-0F51-47EE-8345-E51539410B9A}" destId="{03D19480-9EC1-A143-ACFF-D4897C6A40C5}" srcOrd="0" destOrd="0" presId="urn:microsoft.com/office/officeart/2008/layout/LinedList"/>
    <dgm:cxn modelId="{C0CFF662-0338-8B41-8370-A0A3B81479CA}" type="presOf" srcId="{506A6215-43AD-4BD8-A07C-F718AF1F7D6E}" destId="{11697D30-4C45-3C4B-9665-549F67268C74}" srcOrd="0" destOrd="0" presId="urn:microsoft.com/office/officeart/2008/layout/LinedList"/>
    <dgm:cxn modelId="{796D4D48-8A50-41C6-8D01-CD1A38B4748B}" srcId="{B2A43F4F-93E9-4D65-B3DF-1A12E7C9A656}" destId="{53D36F9A-D194-449C-9395-83285150B987}" srcOrd="3" destOrd="0" parTransId="{55CB1F2A-709C-4694-9976-88B8EE952BE3}" sibTransId="{11798E81-BBC1-4836-B5B4-02019C412385}"/>
    <dgm:cxn modelId="{45E59A4E-F96C-E24C-8E02-A65DCD1D7233}" type="presOf" srcId="{3B3B574E-C97B-47FE-BC0E-84F0879EE6E1}" destId="{459477F4-DE88-084D-B814-CB25BB6D19C0}" srcOrd="0" destOrd="0" presId="urn:microsoft.com/office/officeart/2008/layout/LinedList"/>
    <dgm:cxn modelId="{4EDAA873-C558-CC4B-BF51-907F39F4BB79}" type="presOf" srcId="{D0541591-54FA-4877-A1E2-37F031976461}" destId="{02B44C4F-2B00-384F-98A2-10259B951E03}" srcOrd="0" destOrd="0" presId="urn:microsoft.com/office/officeart/2008/layout/LinedList"/>
    <dgm:cxn modelId="{A6C87875-9FB9-B547-B0F9-F36FAF47D77F}" type="presOf" srcId="{AC246D43-59D6-4CFF-8BC5-9A2EDFAD669C}" destId="{C5471F8E-E955-5D44-B069-E4B5C8C18AFB}" srcOrd="0" destOrd="0" presId="urn:microsoft.com/office/officeart/2008/layout/LinedList"/>
    <dgm:cxn modelId="{7BF5597F-4034-544D-B4BA-BA77F9310373}" type="presOf" srcId="{C1D6314C-EE10-456F-8872-9C639AF369A0}" destId="{D9117F20-52A3-954B-A763-8671166A2642}" srcOrd="0" destOrd="0" presId="urn:microsoft.com/office/officeart/2008/layout/LinedList"/>
    <dgm:cxn modelId="{F840BD8D-4F62-314B-BD27-D222FD91C2B7}" type="presOf" srcId="{A119E7CF-50ED-425A-967C-7044F7BBB8FB}" destId="{B9F1A2C9-8812-564B-A959-D118494A5A66}" srcOrd="0" destOrd="0" presId="urn:microsoft.com/office/officeart/2008/layout/LinedList"/>
    <dgm:cxn modelId="{B3FCC99D-DFAF-44FA-AD0E-3FD7067A5EF4}" srcId="{F141FAF8-E101-47F9-836B-9CB302A0CFE1}" destId="{3B3B574E-C97B-47FE-BC0E-84F0879EE6E1}" srcOrd="3" destOrd="0" parTransId="{C86E2239-1A63-4E3E-896B-70E65DDAF52F}" sibTransId="{1641AD2C-E440-4EE0-9E89-12C441BFBECB}"/>
    <dgm:cxn modelId="{2FFA88A9-E61D-AA40-9F7F-86AD625EDEB9}" type="presOf" srcId="{F4FEE163-EFF8-46B4-BDB9-8364BDBCB1AD}" destId="{6979AE46-7B2B-D14B-879D-EC265A5DA2BC}" srcOrd="0" destOrd="0" presId="urn:microsoft.com/office/officeart/2008/layout/LinedList"/>
    <dgm:cxn modelId="{C24685B3-931D-4ED3-8C0B-B1373ECE8EA5}" srcId="{B2A43F4F-93E9-4D65-B3DF-1A12E7C9A656}" destId="{AC246D43-59D6-4CFF-8BC5-9A2EDFAD669C}" srcOrd="1" destOrd="0" parTransId="{591AD02B-7DD4-445F-BA5B-16C1F5647B75}" sibTransId="{58AA34A5-D5F4-407E-AA42-AA3F28381B09}"/>
    <dgm:cxn modelId="{BA3AFDC0-5EFD-AA42-A46E-23BFEDED29F5}" type="presOf" srcId="{7023D344-22F0-4774-AEE7-6BFBBEF22C99}" destId="{C1648C52-D8CD-C44D-BDF1-BD5B51EC7966}" srcOrd="0" destOrd="0" presId="urn:microsoft.com/office/officeart/2008/layout/LinedList"/>
    <dgm:cxn modelId="{48660FC6-B72F-40F4-BBCB-42EE85C075B7}" srcId="{F141FAF8-E101-47F9-836B-9CB302A0CFE1}" destId="{7023D344-22F0-4774-AEE7-6BFBBEF22C99}" srcOrd="0" destOrd="0" parTransId="{E16837D3-7567-4A86-A78F-476089609A30}" sibTransId="{8BB62A82-5229-4558-BAF5-F807ACE4AA98}"/>
    <dgm:cxn modelId="{0F926BC6-57A9-44AA-B38E-E09257F35177}" srcId="{B2A43F4F-93E9-4D65-B3DF-1A12E7C9A656}" destId="{A119E7CF-50ED-425A-967C-7044F7BBB8FB}" srcOrd="2" destOrd="0" parTransId="{BCC086D5-1BE3-4F0E-8EBB-1B92B56C3688}" sibTransId="{9D620CAF-38FF-43DD-96FB-02DB3F615FBC}"/>
    <dgm:cxn modelId="{65C069CB-5022-4913-9429-EF3417055D95}" srcId="{B2A43F4F-93E9-4D65-B3DF-1A12E7C9A656}" destId="{2F3A8EEA-0237-4472-9950-B0003164CEBA}" srcOrd="4" destOrd="0" parTransId="{6667EC64-7A2E-4245-A5FF-8631B14FC468}" sibTransId="{3BA2D21C-4CC9-414D-ADBB-62CC20AD74F5}"/>
    <dgm:cxn modelId="{F3C845CD-30D1-4A2D-B3A7-2BCF7DF44F72}" srcId="{F141FAF8-E101-47F9-836B-9CB302A0CFE1}" destId="{D0541591-54FA-4877-A1E2-37F031976461}" srcOrd="2" destOrd="0" parTransId="{E1D63ED5-0611-4D78-BE2F-2BF56930E352}" sibTransId="{52D567CC-0D50-4D34-99EC-8A88D0151218}"/>
    <dgm:cxn modelId="{1290C1CF-18BE-9045-B7AC-320882844E05}" type="presOf" srcId="{2F3A8EEA-0237-4472-9950-B0003164CEBA}" destId="{9265F459-F2B9-6C42-8220-A1F436336C32}" srcOrd="0" destOrd="0" presId="urn:microsoft.com/office/officeart/2008/layout/LinedList"/>
    <dgm:cxn modelId="{82DDBFD7-6430-4F03-A323-23D4F41B462E}" srcId="{F141FAF8-E101-47F9-836B-9CB302A0CFE1}" destId="{F4FEE163-EFF8-46B4-BDB9-8364BDBCB1AD}" srcOrd="4" destOrd="0" parTransId="{0EC3003F-ED8F-4986-A6A8-4F8841BFA1CC}" sibTransId="{AA079886-F9E3-4B25-9A40-46EF21CAD884}"/>
    <dgm:cxn modelId="{25C410D8-6F86-44CE-8921-C27E65877401}" srcId="{B2A43F4F-93E9-4D65-B3DF-1A12E7C9A656}" destId="{C1D6314C-EE10-456F-8872-9C639AF369A0}" srcOrd="0" destOrd="0" parTransId="{8B209F7E-581D-45D5-8526-4A1398BED3CA}" sibTransId="{78353370-117F-4F4A-AC9C-3D4FC22CAFB6}"/>
    <dgm:cxn modelId="{796083DB-80BB-BC4C-B624-F52604470EB3}" type="presOf" srcId="{B2A43F4F-93E9-4D65-B3DF-1A12E7C9A656}" destId="{E4ED4ABE-CA0B-2947-A4F5-BEFDCFEF78B4}" srcOrd="0" destOrd="0" presId="urn:microsoft.com/office/officeart/2008/layout/LinedList"/>
    <dgm:cxn modelId="{D6F8E5E4-BCB5-4E79-B956-A555C8F08E59}" srcId="{F141FAF8-E101-47F9-836B-9CB302A0CFE1}" destId="{506A6215-43AD-4BD8-A07C-F718AF1F7D6E}" srcOrd="1" destOrd="0" parTransId="{05AD0588-51D9-40B8-A96A-53D241A9D69B}" sibTransId="{38C69A61-6AC7-48FD-AD5B-100AA79C68FD}"/>
    <dgm:cxn modelId="{C57AAAF6-A6BE-5C4D-A9C2-A06A349BD0A5}" type="presOf" srcId="{53D36F9A-D194-449C-9395-83285150B987}" destId="{B9EC3745-3616-054E-90E9-156A89D43D56}" srcOrd="0" destOrd="0" presId="urn:microsoft.com/office/officeart/2008/layout/LinedList"/>
    <dgm:cxn modelId="{807F752E-DB45-C14B-AB24-7FC23303AF58}" type="presParOf" srcId="{03D19480-9EC1-A143-ACFF-D4897C6A40C5}" destId="{7D4BD556-562A-A240-87EF-8596DB8AD396}" srcOrd="0" destOrd="0" presId="urn:microsoft.com/office/officeart/2008/layout/LinedList"/>
    <dgm:cxn modelId="{ECA4820D-EDDE-2E43-BCF8-90E6BE1BA37F}" type="presParOf" srcId="{03D19480-9EC1-A143-ACFF-D4897C6A40C5}" destId="{3B3FFB88-C222-FF4C-8050-7FFE41060AE7}" srcOrd="1" destOrd="0" presId="urn:microsoft.com/office/officeart/2008/layout/LinedList"/>
    <dgm:cxn modelId="{72484A74-2EBC-E342-A8EB-9295CCBF094C}" type="presParOf" srcId="{3B3FFB88-C222-FF4C-8050-7FFE41060AE7}" destId="{E4ED4ABE-CA0B-2947-A4F5-BEFDCFEF78B4}" srcOrd="0" destOrd="0" presId="urn:microsoft.com/office/officeart/2008/layout/LinedList"/>
    <dgm:cxn modelId="{5EC09814-AD8D-E94F-972E-FF2884BD817D}" type="presParOf" srcId="{3B3FFB88-C222-FF4C-8050-7FFE41060AE7}" destId="{0D553F62-08CD-9F41-AF44-E31FD0A760D2}" srcOrd="1" destOrd="0" presId="urn:microsoft.com/office/officeart/2008/layout/LinedList"/>
    <dgm:cxn modelId="{0B17D745-58CA-B14C-9DD0-14BD2662D333}" type="presParOf" srcId="{0D553F62-08CD-9F41-AF44-E31FD0A760D2}" destId="{3B8160B7-FBF7-7D4A-8CE2-8586B06F4CB1}" srcOrd="0" destOrd="0" presId="urn:microsoft.com/office/officeart/2008/layout/LinedList"/>
    <dgm:cxn modelId="{BCF6A4B4-45CB-C943-B1DA-AE2893147F9A}" type="presParOf" srcId="{0D553F62-08CD-9F41-AF44-E31FD0A760D2}" destId="{CECA5ABC-F894-924B-944F-BD8CB3BD8F0C}" srcOrd="1" destOrd="0" presId="urn:microsoft.com/office/officeart/2008/layout/LinedList"/>
    <dgm:cxn modelId="{01AE639B-A95C-8948-BB97-479400214D44}" type="presParOf" srcId="{CECA5ABC-F894-924B-944F-BD8CB3BD8F0C}" destId="{8B6086F3-53D0-6940-A213-EBC1A8906F11}" srcOrd="0" destOrd="0" presId="urn:microsoft.com/office/officeart/2008/layout/LinedList"/>
    <dgm:cxn modelId="{CB3F9246-8D17-3B47-BAF0-8FA80ECE63EA}" type="presParOf" srcId="{CECA5ABC-F894-924B-944F-BD8CB3BD8F0C}" destId="{D9117F20-52A3-954B-A763-8671166A2642}" srcOrd="1" destOrd="0" presId="urn:microsoft.com/office/officeart/2008/layout/LinedList"/>
    <dgm:cxn modelId="{F6CD35A5-8DE5-7C46-AC3E-D3A2CA8101F2}" type="presParOf" srcId="{CECA5ABC-F894-924B-944F-BD8CB3BD8F0C}" destId="{69015705-7EDB-0F4D-8273-CCCCEEE0E4CE}" srcOrd="2" destOrd="0" presId="urn:microsoft.com/office/officeart/2008/layout/LinedList"/>
    <dgm:cxn modelId="{EFA766D0-8F21-084D-8FA0-CF3AF887D635}" type="presParOf" srcId="{0D553F62-08CD-9F41-AF44-E31FD0A760D2}" destId="{5084DC87-CEE5-1947-88FE-F2C75E1A8B74}" srcOrd="2" destOrd="0" presId="urn:microsoft.com/office/officeart/2008/layout/LinedList"/>
    <dgm:cxn modelId="{2E513549-68FB-BA44-A070-E6132799FB9F}" type="presParOf" srcId="{0D553F62-08CD-9F41-AF44-E31FD0A760D2}" destId="{366018C3-551B-894E-9BEE-3B1C9F488455}" srcOrd="3" destOrd="0" presId="urn:microsoft.com/office/officeart/2008/layout/LinedList"/>
    <dgm:cxn modelId="{E3813CE6-5013-C748-AC04-F83B78D3DB58}" type="presParOf" srcId="{0D553F62-08CD-9F41-AF44-E31FD0A760D2}" destId="{97EB75E8-14A8-8945-B490-1699E8F0D5DD}" srcOrd="4" destOrd="0" presId="urn:microsoft.com/office/officeart/2008/layout/LinedList"/>
    <dgm:cxn modelId="{433E2E43-9C50-7C43-B64B-2F09685C39D1}" type="presParOf" srcId="{97EB75E8-14A8-8945-B490-1699E8F0D5DD}" destId="{A0D08548-E7C4-B249-A975-159A74849294}" srcOrd="0" destOrd="0" presId="urn:microsoft.com/office/officeart/2008/layout/LinedList"/>
    <dgm:cxn modelId="{9EEB2986-944D-8848-8F0D-D9B6204B1F6E}" type="presParOf" srcId="{97EB75E8-14A8-8945-B490-1699E8F0D5DD}" destId="{C5471F8E-E955-5D44-B069-E4B5C8C18AFB}" srcOrd="1" destOrd="0" presId="urn:microsoft.com/office/officeart/2008/layout/LinedList"/>
    <dgm:cxn modelId="{DF514175-81EE-DE4E-9B5E-71516AE62503}" type="presParOf" srcId="{97EB75E8-14A8-8945-B490-1699E8F0D5DD}" destId="{02F28A95-77CA-8349-B0C0-901F50C6F058}" srcOrd="2" destOrd="0" presId="urn:microsoft.com/office/officeart/2008/layout/LinedList"/>
    <dgm:cxn modelId="{C1A44786-DBDA-F547-A54B-116972B8ACBC}" type="presParOf" srcId="{0D553F62-08CD-9F41-AF44-E31FD0A760D2}" destId="{EB37DDA9-17B4-FE4D-B6F0-B7C6AC952319}" srcOrd="5" destOrd="0" presId="urn:microsoft.com/office/officeart/2008/layout/LinedList"/>
    <dgm:cxn modelId="{0E33A1B5-DF16-6644-9572-04C64335B682}" type="presParOf" srcId="{0D553F62-08CD-9F41-AF44-E31FD0A760D2}" destId="{B6B98A89-344F-A746-B216-7CC5AEFA06EF}" srcOrd="6" destOrd="0" presId="urn:microsoft.com/office/officeart/2008/layout/LinedList"/>
    <dgm:cxn modelId="{0B6AAAD2-115B-0D46-BC37-6706BE26F2F4}" type="presParOf" srcId="{0D553F62-08CD-9F41-AF44-E31FD0A760D2}" destId="{4E88624A-4E06-4446-AD28-47C8AAF66995}" srcOrd="7" destOrd="0" presId="urn:microsoft.com/office/officeart/2008/layout/LinedList"/>
    <dgm:cxn modelId="{B219E049-EC01-4347-9752-680E3A40EAAF}" type="presParOf" srcId="{4E88624A-4E06-4446-AD28-47C8AAF66995}" destId="{B1C45361-145C-9645-BAD4-C581C4A7BC7B}" srcOrd="0" destOrd="0" presId="urn:microsoft.com/office/officeart/2008/layout/LinedList"/>
    <dgm:cxn modelId="{B0E43D37-CDC3-B748-9B9E-EF7D20C094B0}" type="presParOf" srcId="{4E88624A-4E06-4446-AD28-47C8AAF66995}" destId="{B9F1A2C9-8812-564B-A959-D118494A5A66}" srcOrd="1" destOrd="0" presId="urn:microsoft.com/office/officeart/2008/layout/LinedList"/>
    <dgm:cxn modelId="{8BCD9250-CBEB-214E-B3A1-D8DA18A6B085}" type="presParOf" srcId="{4E88624A-4E06-4446-AD28-47C8AAF66995}" destId="{4367C63C-AAA0-3A40-B920-6CA2E7D4E6FD}" srcOrd="2" destOrd="0" presId="urn:microsoft.com/office/officeart/2008/layout/LinedList"/>
    <dgm:cxn modelId="{DED71B8B-566F-AC4B-89B5-564946B9DFDC}" type="presParOf" srcId="{0D553F62-08CD-9F41-AF44-E31FD0A760D2}" destId="{7B75E041-0E0F-544E-A4A1-42BDE6F354BD}" srcOrd="8" destOrd="0" presId="urn:microsoft.com/office/officeart/2008/layout/LinedList"/>
    <dgm:cxn modelId="{3EAF1AB9-906B-D841-A3FC-74D729E3B228}" type="presParOf" srcId="{0D553F62-08CD-9F41-AF44-E31FD0A760D2}" destId="{D2041328-E45E-AE4B-AF1B-CF7C86A5D0A6}" srcOrd="9" destOrd="0" presId="urn:microsoft.com/office/officeart/2008/layout/LinedList"/>
    <dgm:cxn modelId="{4FE07990-7BC7-634F-A393-D47C4254177C}" type="presParOf" srcId="{0D553F62-08CD-9F41-AF44-E31FD0A760D2}" destId="{9C568E88-63C7-B143-BB58-F2F9043B15BD}" srcOrd="10" destOrd="0" presId="urn:microsoft.com/office/officeart/2008/layout/LinedList"/>
    <dgm:cxn modelId="{94BEB8D5-CC6B-D14F-B720-CE5D2C022687}" type="presParOf" srcId="{9C568E88-63C7-B143-BB58-F2F9043B15BD}" destId="{68A5FDD2-AECF-2A4B-999E-7C49942B65C4}" srcOrd="0" destOrd="0" presId="urn:microsoft.com/office/officeart/2008/layout/LinedList"/>
    <dgm:cxn modelId="{BE33DA06-F245-C149-B9A9-05DD10A50B5E}" type="presParOf" srcId="{9C568E88-63C7-B143-BB58-F2F9043B15BD}" destId="{B9EC3745-3616-054E-90E9-156A89D43D56}" srcOrd="1" destOrd="0" presId="urn:microsoft.com/office/officeart/2008/layout/LinedList"/>
    <dgm:cxn modelId="{07E56D10-2312-0849-84A0-B4C2C4AE7AEF}" type="presParOf" srcId="{9C568E88-63C7-B143-BB58-F2F9043B15BD}" destId="{E13873DE-DA24-6245-919E-9716FF7519C6}" srcOrd="2" destOrd="0" presId="urn:microsoft.com/office/officeart/2008/layout/LinedList"/>
    <dgm:cxn modelId="{71048480-D79C-B44D-BD6C-F23D9F9D49DF}" type="presParOf" srcId="{0D553F62-08CD-9F41-AF44-E31FD0A760D2}" destId="{30E1E025-79C7-8545-A4D9-E43E15347200}" srcOrd="11" destOrd="0" presId="urn:microsoft.com/office/officeart/2008/layout/LinedList"/>
    <dgm:cxn modelId="{751F94F7-5C6B-074C-A62F-39D6EDEB51E3}" type="presParOf" srcId="{0D553F62-08CD-9F41-AF44-E31FD0A760D2}" destId="{6CEB1254-B539-C24D-AD3F-0B9D8A85CBA4}" srcOrd="12" destOrd="0" presId="urn:microsoft.com/office/officeart/2008/layout/LinedList"/>
    <dgm:cxn modelId="{E761C2F0-32D8-C145-8FAA-C7916E59FA6A}" type="presParOf" srcId="{0D553F62-08CD-9F41-AF44-E31FD0A760D2}" destId="{09942F85-2441-1443-A7D8-3942B51316F4}" srcOrd="13" destOrd="0" presId="urn:microsoft.com/office/officeart/2008/layout/LinedList"/>
    <dgm:cxn modelId="{B9810C85-D9D9-A448-9E8F-C53CF90CD2F3}" type="presParOf" srcId="{09942F85-2441-1443-A7D8-3942B51316F4}" destId="{5EF40DF0-47D0-2645-BFA3-77F9CCE1E5F0}" srcOrd="0" destOrd="0" presId="urn:microsoft.com/office/officeart/2008/layout/LinedList"/>
    <dgm:cxn modelId="{26C188E8-B207-8C4B-92F1-6308930CA25F}" type="presParOf" srcId="{09942F85-2441-1443-A7D8-3942B51316F4}" destId="{9265F459-F2B9-6C42-8220-A1F436336C32}" srcOrd="1" destOrd="0" presId="urn:microsoft.com/office/officeart/2008/layout/LinedList"/>
    <dgm:cxn modelId="{A1E311A4-BBC6-184A-B626-3DFDE5D03DD0}" type="presParOf" srcId="{09942F85-2441-1443-A7D8-3942B51316F4}" destId="{22940806-D8A0-D140-8E69-FF999FF9468B}" srcOrd="2" destOrd="0" presId="urn:microsoft.com/office/officeart/2008/layout/LinedList"/>
    <dgm:cxn modelId="{DC6B0A8E-637A-1F43-A04E-DC7A517C0C4D}" type="presParOf" srcId="{0D553F62-08CD-9F41-AF44-E31FD0A760D2}" destId="{BBBDC461-4475-E742-A3F6-F5E1EF518E08}" srcOrd="14" destOrd="0" presId="urn:microsoft.com/office/officeart/2008/layout/LinedList"/>
    <dgm:cxn modelId="{AE25F7C2-138C-8141-80AF-30C5A957B087}" type="presParOf" srcId="{0D553F62-08CD-9F41-AF44-E31FD0A760D2}" destId="{A75662F4-7532-3D4C-9A6F-A9D9A7948C0C}" srcOrd="15" destOrd="0" presId="urn:microsoft.com/office/officeart/2008/layout/LinedList"/>
    <dgm:cxn modelId="{6149E443-8402-9344-885A-4FB27CFDD467}" type="presParOf" srcId="{03D19480-9EC1-A143-ACFF-D4897C6A40C5}" destId="{634E1613-F1B9-2C45-9711-CFFD91B94F14}" srcOrd="2" destOrd="0" presId="urn:microsoft.com/office/officeart/2008/layout/LinedList"/>
    <dgm:cxn modelId="{FB518927-40D4-3E4C-9377-3E4A52946DC6}" type="presParOf" srcId="{03D19480-9EC1-A143-ACFF-D4897C6A40C5}" destId="{9D1B8A1E-AF05-6E47-BBE6-55F19F3F9F1F}" srcOrd="3" destOrd="0" presId="urn:microsoft.com/office/officeart/2008/layout/LinedList"/>
    <dgm:cxn modelId="{5D284790-6983-2C46-B198-4A87C4EC96F9}" type="presParOf" srcId="{9D1B8A1E-AF05-6E47-BBE6-55F19F3F9F1F}" destId="{F0B0F7A2-A8CA-F84E-A8AB-FC276EB16F49}" srcOrd="0" destOrd="0" presId="urn:microsoft.com/office/officeart/2008/layout/LinedList"/>
    <dgm:cxn modelId="{4E8589D2-5BAF-5942-AB3D-8D0DE585BF9D}" type="presParOf" srcId="{9D1B8A1E-AF05-6E47-BBE6-55F19F3F9F1F}" destId="{54E9CB62-3676-E842-80A7-FDF717F1084F}" srcOrd="1" destOrd="0" presId="urn:microsoft.com/office/officeart/2008/layout/LinedList"/>
    <dgm:cxn modelId="{3FCDECB2-BC0E-4C46-BB51-580DB47CCF19}" type="presParOf" srcId="{54E9CB62-3676-E842-80A7-FDF717F1084F}" destId="{5EBD4F71-9A9A-8C4F-AF5C-9C33E337249C}" srcOrd="0" destOrd="0" presId="urn:microsoft.com/office/officeart/2008/layout/LinedList"/>
    <dgm:cxn modelId="{BBE4F08A-AB44-F94A-A381-E0211078EB04}" type="presParOf" srcId="{54E9CB62-3676-E842-80A7-FDF717F1084F}" destId="{3CF5F7B6-2B02-6E43-8AA0-355B50B53EAC}" srcOrd="1" destOrd="0" presId="urn:microsoft.com/office/officeart/2008/layout/LinedList"/>
    <dgm:cxn modelId="{7073275B-D324-374C-AABD-F97C2D333F10}" type="presParOf" srcId="{3CF5F7B6-2B02-6E43-8AA0-355B50B53EAC}" destId="{E57480A7-0E40-CB40-B412-E425B0274FB3}" srcOrd="0" destOrd="0" presId="urn:microsoft.com/office/officeart/2008/layout/LinedList"/>
    <dgm:cxn modelId="{E0C718C6-E578-BF45-81A5-BBBB8B7F8C65}" type="presParOf" srcId="{3CF5F7B6-2B02-6E43-8AA0-355B50B53EAC}" destId="{C1648C52-D8CD-C44D-BDF1-BD5B51EC7966}" srcOrd="1" destOrd="0" presId="urn:microsoft.com/office/officeart/2008/layout/LinedList"/>
    <dgm:cxn modelId="{802272B7-B70D-7340-9FBA-F93693FEF5D4}" type="presParOf" srcId="{3CF5F7B6-2B02-6E43-8AA0-355B50B53EAC}" destId="{5B6F2D17-0005-B848-BABE-5167EE274AEE}" srcOrd="2" destOrd="0" presId="urn:microsoft.com/office/officeart/2008/layout/LinedList"/>
    <dgm:cxn modelId="{F042F500-4A36-8549-9A01-B115063694BB}" type="presParOf" srcId="{54E9CB62-3676-E842-80A7-FDF717F1084F}" destId="{FBD2FEA8-3AD5-2742-86BC-B2E8966C00DF}" srcOrd="2" destOrd="0" presId="urn:microsoft.com/office/officeart/2008/layout/LinedList"/>
    <dgm:cxn modelId="{C17FC3FE-BCE2-3045-A8F4-716F696B5C45}" type="presParOf" srcId="{54E9CB62-3676-E842-80A7-FDF717F1084F}" destId="{4E2E2030-7D14-3A4E-A33E-B0A6F9BEB8D0}" srcOrd="3" destOrd="0" presId="urn:microsoft.com/office/officeart/2008/layout/LinedList"/>
    <dgm:cxn modelId="{E9298FC5-8E85-5C44-9EAC-67CBFA556E4E}" type="presParOf" srcId="{54E9CB62-3676-E842-80A7-FDF717F1084F}" destId="{ACD189E6-16A9-EC4E-AC3C-99CDDE8DBED0}" srcOrd="4" destOrd="0" presId="urn:microsoft.com/office/officeart/2008/layout/LinedList"/>
    <dgm:cxn modelId="{F95D885A-B6C1-A842-908B-668B6DD738B6}" type="presParOf" srcId="{ACD189E6-16A9-EC4E-AC3C-99CDDE8DBED0}" destId="{3DD176B3-6A14-6B49-8439-3DFFB8BD230C}" srcOrd="0" destOrd="0" presId="urn:microsoft.com/office/officeart/2008/layout/LinedList"/>
    <dgm:cxn modelId="{6210E1E4-8F00-1D4B-9702-7AB7D2E3BCCB}" type="presParOf" srcId="{ACD189E6-16A9-EC4E-AC3C-99CDDE8DBED0}" destId="{11697D30-4C45-3C4B-9665-549F67268C74}" srcOrd="1" destOrd="0" presId="urn:microsoft.com/office/officeart/2008/layout/LinedList"/>
    <dgm:cxn modelId="{90E523A8-0585-3A4C-AF44-9F3A3FA7CC02}" type="presParOf" srcId="{ACD189E6-16A9-EC4E-AC3C-99CDDE8DBED0}" destId="{2D764B3E-74D7-A941-A7E7-C37E1EFE0F61}" srcOrd="2" destOrd="0" presId="urn:microsoft.com/office/officeart/2008/layout/LinedList"/>
    <dgm:cxn modelId="{03936D4E-4EC7-0A4A-AD6E-54164994EAEE}" type="presParOf" srcId="{54E9CB62-3676-E842-80A7-FDF717F1084F}" destId="{792BB3B3-4807-2742-B6BF-90D800AC50F0}" srcOrd="5" destOrd="0" presId="urn:microsoft.com/office/officeart/2008/layout/LinedList"/>
    <dgm:cxn modelId="{38E0E597-FBD0-234E-B7BF-D911F15DB0FC}" type="presParOf" srcId="{54E9CB62-3676-E842-80A7-FDF717F1084F}" destId="{112B81ED-FA09-B84A-8E7D-6DFDF903C4EF}" srcOrd="6" destOrd="0" presId="urn:microsoft.com/office/officeart/2008/layout/LinedList"/>
    <dgm:cxn modelId="{E32089A2-292C-B64F-AEBE-B60842C10641}" type="presParOf" srcId="{54E9CB62-3676-E842-80A7-FDF717F1084F}" destId="{561572DC-9A7C-7245-9004-0F9F14F9E73B}" srcOrd="7" destOrd="0" presId="urn:microsoft.com/office/officeart/2008/layout/LinedList"/>
    <dgm:cxn modelId="{2F458FCD-0C12-A342-BA34-6649A9727CFC}" type="presParOf" srcId="{561572DC-9A7C-7245-9004-0F9F14F9E73B}" destId="{91AFC247-F50C-7C4A-B1AF-D15D80B01E70}" srcOrd="0" destOrd="0" presId="urn:microsoft.com/office/officeart/2008/layout/LinedList"/>
    <dgm:cxn modelId="{E9E2B5F2-BCBB-C643-9F48-FB582950A3CF}" type="presParOf" srcId="{561572DC-9A7C-7245-9004-0F9F14F9E73B}" destId="{02B44C4F-2B00-384F-98A2-10259B951E03}" srcOrd="1" destOrd="0" presId="urn:microsoft.com/office/officeart/2008/layout/LinedList"/>
    <dgm:cxn modelId="{6EE23B0E-CC70-D747-BE14-40C7840DAC61}" type="presParOf" srcId="{561572DC-9A7C-7245-9004-0F9F14F9E73B}" destId="{794E6F42-102C-8E4C-B224-CBD035C8BB56}" srcOrd="2" destOrd="0" presId="urn:microsoft.com/office/officeart/2008/layout/LinedList"/>
    <dgm:cxn modelId="{9D76AAA1-5245-B741-87A4-DB93523C56C2}" type="presParOf" srcId="{54E9CB62-3676-E842-80A7-FDF717F1084F}" destId="{DFDCE1D8-3E25-804A-9315-1703C950C1E5}" srcOrd="8" destOrd="0" presId="urn:microsoft.com/office/officeart/2008/layout/LinedList"/>
    <dgm:cxn modelId="{FEF6A448-FC37-DE4E-A9C7-6970BFF1E04A}" type="presParOf" srcId="{54E9CB62-3676-E842-80A7-FDF717F1084F}" destId="{80961522-175E-6042-A4C9-BFEF491885A4}" srcOrd="9" destOrd="0" presId="urn:microsoft.com/office/officeart/2008/layout/LinedList"/>
    <dgm:cxn modelId="{75E32B02-6AE3-864C-A8EB-FD09D369A240}" type="presParOf" srcId="{54E9CB62-3676-E842-80A7-FDF717F1084F}" destId="{D714EF6E-D6D5-FA4B-A151-B83C211166DA}" srcOrd="10" destOrd="0" presId="urn:microsoft.com/office/officeart/2008/layout/LinedList"/>
    <dgm:cxn modelId="{0C5906E8-DAB4-2241-BD33-8AAB6C3F7694}" type="presParOf" srcId="{D714EF6E-D6D5-FA4B-A151-B83C211166DA}" destId="{811CAA29-155D-2246-8DC3-CECCF70897B2}" srcOrd="0" destOrd="0" presId="urn:microsoft.com/office/officeart/2008/layout/LinedList"/>
    <dgm:cxn modelId="{472400FF-B058-5A44-950E-A1CB77225FB9}" type="presParOf" srcId="{D714EF6E-D6D5-FA4B-A151-B83C211166DA}" destId="{459477F4-DE88-084D-B814-CB25BB6D19C0}" srcOrd="1" destOrd="0" presId="urn:microsoft.com/office/officeart/2008/layout/LinedList"/>
    <dgm:cxn modelId="{7F5BB590-5031-D845-B1D7-3838F8E38326}" type="presParOf" srcId="{D714EF6E-D6D5-FA4B-A151-B83C211166DA}" destId="{2AC5D0F9-4208-504C-9A3F-D9DF0B046DBD}" srcOrd="2" destOrd="0" presId="urn:microsoft.com/office/officeart/2008/layout/LinedList"/>
    <dgm:cxn modelId="{F0EB3362-DE24-C945-8A2A-E5265B47AC9A}" type="presParOf" srcId="{54E9CB62-3676-E842-80A7-FDF717F1084F}" destId="{4C21ADE1-6D86-3246-8953-D7B5D1B189B6}" srcOrd="11" destOrd="0" presId="urn:microsoft.com/office/officeart/2008/layout/LinedList"/>
    <dgm:cxn modelId="{4B829DB4-846A-3B48-9A98-E9CF53A2C783}" type="presParOf" srcId="{54E9CB62-3676-E842-80A7-FDF717F1084F}" destId="{95C0DE82-6388-C044-8CB1-9A380F8453BE}" srcOrd="12" destOrd="0" presId="urn:microsoft.com/office/officeart/2008/layout/LinedList"/>
    <dgm:cxn modelId="{9F5D14F2-9F5E-9749-B11A-6D856ADD9093}" type="presParOf" srcId="{54E9CB62-3676-E842-80A7-FDF717F1084F}" destId="{3C1EC421-29E6-204A-9E97-D482F53C61D6}" srcOrd="13" destOrd="0" presId="urn:microsoft.com/office/officeart/2008/layout/LinedList"/>
    <dgm:cxn modelId="{5F45CE5C-22E0-D548-9AC4-5555A14C95C6}" type="presParOf" srcId="{3C1EC421-29E6-204A-9E97-D482F53C61D6}" destId="{229B79BE-EAEA-464E-A6D6-36F694735A00}" srcOrd="0" destOrd="0" presId="urn:microsoft.com/office/officeart/2008/layout/LinedList"/>
    <dgm:cxn modelId="{3E64C3D7-FAFC-E843-B10F-94C7A7DD54D5}" type="presParOf" srcId="{3C1EC421-29E6-204A-9E97-D482F53C61D6}" destId="{6979AE46-7B2B-D14B-879D-EC265A5DA2BC}" srcOrd="1" destOrd="0" presId="urn:microsoft.com/office/officeart/2008/layout/LinedList"/>
    <dgm:cxn modelId="{0BE755F0-A2EB-C348-8D7F-06415B11F775}" type="presParOf" srcId="{3C1EC421-29E6-204A-9E97-D482F53C61D6}" destId="{83E81F1F-027B-524C-815A-B50CEC23A087}" srcOrd="2" destOrd="0" presId="urn:microsoft.com/office/officeart/2008/layout/LinedList"/>
    <dgm:cxn modelId="{DA9253CA-92B8-0944-9CA1-1D2A962648C5}" type="presParOf" srcId="{54E9CB62-3676-E842-80A7-FDF717F1084F}" destId="{380F22E1-510C-0B4A-96B8-630294A1A83B}" srcOrd="14" destOrd="0" presId="urn:microsoft.com/office/officeart/2008/layout/LinedList"/>
    <dgm:cxn modelId="{024D1C34-8790-F74A-ADC5-412B11B2F53D}" type="presParOf" srcId="{54E9CB62-3676-E842-80A7-FDF717F1084F}" destId="{284B6A92-12DA-B741-85B5-BA9381B9C97E}" srcOrd="15" destOrd="0" presId="urn:microsoft.com/office/officeart/2008/layout/LinedList"/>
  </dgm:cxnLst>
  <dgm:bg/>
  <dgm:whole>
    <a:ln w="31750">
      <a:solidFill>
        <a:srgbClr val="13B4B3"/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D29F97-01FD-1547-A17B-4C640366C652}">
      <dsp:nvSpPr>
        <dsp:cNvPr id="0" name=""/>
        <dsp:cNvSpPr/>
      </dsp:nvSpPr>
      <dsp:spPr>
        <a:xfrm>
          <a:off x="0" y="26124"/>
          <a:ext cx="10653579" cy="592020"/>
        </a:xfrm>
        <a:prstGeom prst="roundRect">
          <a:avLst/>
        </a:prstGeom>
        <a:solidFill>
          <a:srgbClr val="2BB6B0">
            <a:alpha val="60092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solidFill>
                <a:schemeClr val="tx1">
                  <a:lumMod val="85000"/>
                  <a:lumOff val="15000"/>
                </a:schemeClr>
              </a:solidFill>
            </a:rPr>
            <a:t>Introduction</a:t>
          </a:r>
        </a:p>
      </dsp:txBody>
      <dsp:txXfrm>
        <a:off x="28900" y="55024"/>
        <a:ext cx="10595779" cy="534220"/>
      </dsp:txXfrm>
    </dsp:sp>
    <dsp:sp modelId="{30DC9C57-9265-E44E-AD93-BB6E66FE8DA7}">
      <dsp:nvSpPr>
        <dsp:cNvPr id="0" name=""/>
        <dsp:cNvSpPr/>
      </dsp:nvSpPr>
      <dsp:spPr>
        <a:xfrm>
          <a:off x="0" y="684384"/>
          <a:ext cx="10653579" cy="592020"/>
        </a:xfrm>
        <a:prstGeom prst="roundRect">
          <a:avLst/>
        </a:prstGeom>
        <a:solidFill>
          <a:srgbClr val="2BB6B0">
            <a:alpha val="6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>
              <a:solidFill>
                <a:schemeClr val="tx1">
                  <a:lumMod val="85000"/>
                  <a:lumOff val="15000"/>
                </a:schemeClr>
              </a:solidFill>
            </a:rPr>
            <a:t>Problem statement</a:t>
          </a:r>
        </a:p>
      </dsp:txBody>
      <dsp:txXfrm>
        <a:off x="28900" y="713284"/>
        <a:ext cx="10595779" cy="534220"/>
      </dsp:txXfrm>
    </dsp:sp>
    <dsp:sp modelId="{309BEF76-29BF-9C46-9139-B5B5363FBDBB}">
      <dsp:nvSpPr>
        <dsp:cNvPr id="0" name=""/>
        <dsp:cNvSpPr/>
      </dsp:nvSpPr>
      <dsp:spPr>
        <a:xfrm>
          <a:off x="0" y="1342644"/>
          <a:ext cx="10653579" cy="592020"/>
        </a:xfrm>
        <a:prstGeom prst="roundRect">
          <a:avLst/>
        </a:prstGeom>
        <a:solidFill>
          <a:srgbClr val="13B4B3">
            <a:alpha val="6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solidFill>
                <a:schemeClr val="tx1">
                  <a:lumMod val="85000"/>
                  <a:lumOff val="15000"/>
                </a:schemeClr>
              </a:solidFill>
            </a:rPr>
            <a:t>Objective</a:t>
          </a:r>
        </a:p>
      </dsp:txBody>
      <dsp:txXfrm>
        <a:off x="28900" y="1371544"/>
        <a:ext cx="10595779" cy="534220"/>
      </dsp:txXfrm>
    </dsp:sp>
    <dsp:sp modelId="{3A1D4FDA-A3A5-7842-9FF1-02F574688560}">
      <dsp:nvSpPr>
        <dsp:cNvPr id="0" name=""/>
        <dsp:cNvSpPr/>
      </dsp:nvSpPr>
      <dsp:spPr>
        <a:xfrm>
          <a:off x="0" y="2000904"/>
          <a:ext cx="10653579" cy="592020"/>
        </a:xfrm>
        <a:prstGeom prst="roundRect">
          <a:avLst/>
        </a:prstGeom>
        <a:solidFill>
          <a:srgbClr val="13B4B3">
            <a:alpha val="6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solidFill>
                <a:schemeClr val="tx1">
                  <a:lumMod val="85000"/>
                  <a:lumOff val="15000"/>
                </a:schemeClr>
              </a:solidFill>
            </a:rPr>
            <a:t>Battery degradation fundamentals</a:t>
          </a:r>
        </a:p>
      </dsp:txBody>
      <dsp:txXfrm>
        <a:off x="28900" y="2029804"/>
        <a:ext cx="10595779" cy="534220"/>
      </dsp:txXfrm>
    </dsp:sp>
    <dsp:sp modelId="{4321A152-B28C-3746-9119-13337748AFFB}">
      <dsp:nvSpPr>
        <dsp:cNvPr id="0" name=""/>
        <dsp:cNvSpPr/>
      </dsp:nvSpPr>
      <dsp:spPr>
        <a:xfrm>
          <a:off x="0" y="2659164"/>
          <a:ext cx="10653579" cy="592020"/>
        </a:xfrm>
        <a:prstGeom prst="roundRect">
          <a:avLst/>
        </a:prstGeom>
        <a:solidFill>
          <a:srgbClr val="13B4B3">
            <a:alpha val="59791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solidFill>
                <a:schemeClr val="tx1">
                  <a:lumMod val="85000"/>
                  <a:lumOff val="15000"/>
                </a:schemeClr>
              </a:solidFill>
            </a:rPr>
            <a:t>Methodology</a:t>
          </a:r>
        </a:p>
      </dsp:txBody>
      <dsp:txXfrm>
        <a:off x="28900" y="2688064"/>
        <a:ext cx="10595779" cy="534220"/>
      </dsp:txXfrm>
    </dsp:sp>
    <dsp:sp modelId="{B93EBF3B-92C5-C840-8A46-057B8C7D6F22}">
      <dsp:nvSpPr>
        <dsp:cNvPr id="0" name=""/>
        <dsp:cNvSpPr/>
      </dsp:nvSpPr>
      <dsp:spPr>
        <a:xfrm>
          <a:off x="0" y="3317424"/>
          <a:ext cx="10653579" cy="592020"/>
        </a:xfrm>
        <a:prstGeom prst="roundRect">
          <a:avLst/>
        </a:prstGeom>
        <a:solidFill>
          <a:srgbClr val="13B4B3">
            <a:alpha val="6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solidFill>
                <a:schemeClr val="tx1">
                  <a:lumMod val="85000"/>
                  <a:lumOff val="15000"/>
                </a:schemeClr>
              </a:solidFill>
            </a:rPr>
            <a:t>Result and comparison</a:t>
          </a:r>
        </a:p>
      </dsp:txBody>
      <dsp:txXfrm>
        <a:off x="28900" y="3346324"/>
        <a:ext cx="10595779" cy="534220"/>
      </dsp:txXfrm>
    </dsp:sp>
    <dsp:sp modelId="{3C7D7454-344C-D44B-AE41-494429E0444B}">
      <dsp:nvSpPr>
        <dsp:cNvPr id="0" name=""/>
        <dsp:cNvSpPr/>
      </dsp:nvSpPr>
      <dsp:spPr>
        <a:xfrm>
          <a:off x="0" y="3975684"/>
          <a:ext cx="10653579" cy="592020"/>
        </a:xfrm>
        <a:prstGeom prst="roundRect">
          <a:avLst/>
        </a:prstGeom>
        <a:solidFill>
          <a:srgbClr val="13B4B3">
            <a:alpha val="5989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solidFill>
                <a:schemeClr val="tx1">
                  <a:lumMod val="85000"/>
                  <a:lumOff val="15000"/>
                </a:schemeClr>
              </a:solidFill>
            </a:rPr>
            <a:t>Conclusion and future scope</a:t>
          </a:r>
        </a:p>
      </dsp:txBody>
      <dsp:txXfrm>
        <a:off x="28900" y="4004584"/>
        <a:ext cx="10595779" cy="5342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68FE5B-40E0-8846-BF8F-B38267299060}">
      <dsp:nvSpPr>
        <dsp:cNvPr id="0" name=""/>
        <dsp:cNvSpPr/>
      </dsp:nvSpPr>
      <dsp:spPr>
        <a:xfrm>
          <a:off x="1325" y="1221725"/>
          <a:ext cx="2585589" cy="258558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42294" tIns="25400" rIns="142294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solidFill>
                <a:schemeClr val="tx1">
                  <a:lumMod val="85000"/>
                  <a:lumOff val="15000"/>
                </a:schemeClr>
              </a:solidFill>
            </a:rPr>
            <a:t>Predict battery degradation over time</a:t>
          </a:r>
          <a:endParaRPr lang="en-IN" sz="2000" kern="1200">
            <a:solidFill>
              <a:schemeClr val="tx1">
                <a:lumMod val="85000"/>
                <a:lumOff val="15000"/>
              </a:schemeClr>
            </a:solidFill>
          </a:endParaRPr>
        </a:p>
      </dsp:txBody>
      <dsp:txXfrm>
        <a:off x="379976" y="1600376"/>
        <a:ext cx="1828287" cy="1828287"/>
      </dsp:txXfrm>
    </dsp:sp>
    <dsp:sp modelId="{16D7444B-9936-EE4E-919D-ACB7702475FD}">
      <dsp:nvSpPr>
        <dsp:cNvPr id="0" name=""/>
        <dsp:cNvSpPr/>
      </dsp:nvSpPr>
      <dsp:spPr>
        <a:xfrm>
          <a:off x="2069797" y="1221725"/>
          <a:ext cx="2585589" cy="258558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42294" tIns="22860" rIns="142294" bIns="22860" numCol="1" spcCol="1270" anchor="ctr" anchorCtr="1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chemeClr val="tx1">
                  <a:lumMod val="85000"/>
                  <a:lumOff val="15000"/>
                </a:schemeClr>
              </a:solidFill>
            </a:rPr>
            <a:t>Estimate:</a:t>
          </a:r>
          <a:endParaRPr lang="en-IN" sz="1800" kern="1200">
            <a:solidFill>
              <a:schemeClr val="tx1">
                <a:lumMod val="85000"/>
                <a:lumOff val="15000"/>
              </a:schemeClr>
            </a:solidFill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solidFill>
                <a:schemeClr val="tx1">
                  <a:lumMod val="85000"/>
                  <a:lumOff val="15000"/>
                </a:schemeClr>
              </a:solidFill>
            </a:rPr>
            <a:t>State of health(SOH)</a:t>
          </a:r>
          <a:endParaRPr lang="en-IN" sz="1800" kern="1200">
            <a:solidFill>
              <a:schemeClr val="tx1">
                <a:lumMod val="85000"/>
                <a:lumOff val="15000"/>
              </a:schemeClr>
            </a:solidFill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solidFill>
                <a:schemeClr val="tx1">
                  <a:lumMod val="85000"/>
                  <a:lumOff val="15000"/>
                </a:schemeClr>
              </a:solidFill>
            </a:rPr>
            <a:t>Remaining useful life (RUL)</a:t>
          </a:r>
          <a:endParaRPr lang="en-IN" sz="1800" kern="1200">
            <a:solidFill>
              <a:schemeClr val="tx1">
                <a:lumMod val="85000"/>
                <a:lumOff val="15000"/>
              </a:schemeClr>
            </a:solidFill>
          </a:endParaRPr>
        </a:p>
      </dsp:txBody>
      <dsp:txXfrm>
        <a:off x="2448448" y="1600376"/>
        <a:ext cx="1828287" cy="1828287"/>
      </dsp:txXfrm>
    </dsp:sp>
    <dsp:sp modelId="{13E94E27-269E-3F43-A18B-952AA2D1F2E9}">
      <dsp:nvSpPr>
        <dsp:cNvPr id="0" name=""/>
        <dsp:cNvSpPr/>
      </dsp:nvSpPr>
      <dsp:spPr>
        <a:xfrm>
          <a:off x="4138268" y="1221725"/>
          <a:ext cx="2585589" cy="258558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42294" tIns="22860" rIns="142294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chemeClr val="tx1">
                  <a:lumMod val="85000"/>
                  <a:lumOff val="15000"/>
                </a:schemeClr>
              </a:solidFill>
            </a:rPr>
            <a:t>Identify key factors affecting battery degradation</a:t>
          </a:r>
          <a:endParaRPr lang="en-IN" sz="1800" kern="1200">
            <a:solidFill>
              <a:schemeClr val="tx1">
                <a:lumMod val="85000"/>
                <a:lumOff val="15000"/>
              </a:schemeClr>
            </a:solidFill>
          </a:endParaRPr>
        </a:p>
      </dsp:txBody>
      <dsp:txXfrm>
        <a:off x="4516919" y="1600376"/>
        <a:ext cx="1828287" cy="1828287"/>
      </dsp:txXfrm>
    </dsp:sp>
    <dsp:sp modelId="{68B4C36C-EFAA-3F41-830B-284F1A5F1528}">
      <dsp:nvSpPr>
        <dsp:cNvPr id="0" name=""/>
        <dsp:cNvSpPr/>
      </dsp:nvSpPr>
      <dsp:spPr>
        <a:xfrm>
          <a:off x="6206740" y="1221725"/>
          <a:ext cx="2585589" cy="258558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42294" tIns="22860" rIns="142294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chemeClr val="tx1">
                  <a:lumMod val="85000"/>
                  <a:lumOff val="15000"/>
                </a:schemeClr>
              </a:solidFill>
            </a:rPr>
            <a:t>Use Machine Learning models for accurate prediction</a:t>
          </a:r>
          <a:endParaRPr lang="en-IN" sz="1800" kern="1200">
            <a:solidFill>
              <a:schemeClr val="tx1">
                <a:lumMod val="85000"/>
                <a:lumOff val="15000"/>
              </a:schemeClr>
            </a:solidFill>
          </a:endParaRPr>
        </a:p>
      </dsp:txBody>
      <dsp:txXfrm>
        <a:off x="6585391" y="1600376"/>
        <a:ext cx="1828287" cy="1828287"/>
      </dsp:txXfrm>
    </dsp:sp>
    <dsp:sp modelId="{08F520DF-664B-E242-ADF9-7205EADC1CB4}">
      <dsp:nvSpPr>
        <dsp:cNvPr id="0" name=""/>
        <dsp:cNvSpPr/>
      </dsp:nvSpPr>
      <dsp:spPr>
        <a:xfrm>
          <a:off x="8275211" y="1221725"/>
          <a:ext cx="2585589" cy="258558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42294" tIns="22860" rIns="142294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chemeClr val="tx1">
                  <a:lumMod val="85000"/>
                  <a:lumOff val="15000"/>
                </a:schemeClr>
              </a:solidFill>
            </a:rPr>
            <a:t>Compare model performance using evaluation metrics</a:t>
          </a:r>
          <a:endParaRPr lang="en-IN" sz="1800" kern="1200">
            <a:solidFill>
              <a:schemeClr val="tx1">
                <a:lumMod val="85000"/>
                <a:lumOff val="15000"/>
              </a:schemeClr>
            </a:solidFill>
          </a:endParaRPr>
        </a:p>
      </dsp:txBody>
      <dsp:txXfrm>
        <a:off x="8653862" y="1600376"/>
        <a:ext cx="1828287" cy="18282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B56644-1992-CF42-80B5-4572D3ABA7E1}">
      <dsp:nvSpPr>
        <dsp:cNvPr id="0" name=""/>
        <dsp:cNvSpPr/>
      </dsp:nvSpPr>
      <dsp:spPr>
        <a:xfrm>
          <a:off x="0" y="0"/>
          <a:ext cx="3665463" cy="219927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>
                  <a:lumMod val="85000"/>
                  <a:lumOff val="15000"/>
                </a:schemeClr>
              </a:solidFill>
            </a:rPr>
            <a:t>Gradual and irreversible loss of battery performance over time results in:</a:t>
          </a:r>
          <a:endParaRPr lang="en-IN" sz="1600" kern="1200">
            <a:solidFill>
              <a:schemeClr val="tx1">
                <a:lumMod val="85000"/>
                <a:lumOff val="15000"/>
              </a:schemeClr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solidFill>
                <a:schemeClr val="tx1">
                  <a:lumMod val="85000"/>
                  <a:lumOff val="15000"/>
                </a:schemeClr>
              </a:solidFill>
            </a:rPr>
            <a:t>Capacity fade (reduced energy storage)</a:t>
          </a:r>
          <a:endParaRPr lang="en-IN" sz="1400" kern="1200">
            <a:solidFill>
              <a:schemeClr val="tx1">
                <a:lumMod val="85000"/>
                <a:lumOff val="15000"/>
              </a:schemeClr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solidFill>
                <a:schemeClr val="tx1">
                  <a:lumMod val="85000"/>
                  <a:lumOff val="15000"/>
                </a:schemeClr>
              </a:solidFill>
            </a:rPr>
            <a:t>Power fade (increased internal resistance)</a:t>
          </a:r>
          <a:endParaRPr lang="en-IN" sz="1400" kern="1200">
            <a:solidFill>
              <a:schemeClr val="tx1">
                <a:lumMod val="85000"/>
                <a:lumOff val="15000"/>
              </a:schemeClr>
            </a:solidFill>
          </a:endParaRPr>
        </a:p>
      </dsp:txBody>
      <dsp:txXfrm>
        <a:off x="107360" y="107360"/>
        <a:ext cx="3450743" cy="1984557"/>
      </dsp:txXfrm>
    </dsp:sp>
    <dsp:sp modelId="{DB9FF033-DD4E-5B48-ACA9-A733E82A8EBE}">
      <dsp:nvSpPr>
        <dsp:cNvPr id="0" name=""/>
        <dsp:cNvSpPr/>
      </dsp:nvSpPr>
      <dsp:spPr>
        <a:xfrm>
          <a:off x="5483354" y="0"/>
          <a:ext cx="3665463" cy="219927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>
          <a:softEdge rad="1013908"/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>
                  <a:lumMod val="85000"/>
                  <a:lumOff val="15000"/>
                </a:schemeClr>
              </a:solidFill>
            </a:rPr>
            <a:t>Types of aging</a:t>
          </a:r>
          <a:endParaRPr lang="en-IN" sz="1600" kern="1200">
            <a:solidFill>
              <a:schemeClr val="tx1">
                <a:lumMod val="85000"/>
                <a:lumOff val="15000"/>
              </a:schemeClr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solidFill>
                <a:schemeClr val="tx1">
                  <a:lumMod val="85000"/>
                  <a:lumOff val="15000"/>
                </a:schemeClr>
              </a:solidFill>
            </a:rPr>
            <a:t>Calendar aging </a:t>
          </a:r>
          <a:r>
            <a:rPr lang="en-US" sz="1400" kern="1200">
              <a:solidFill>
                <a:schemeClr val="tx1">
                  <a:lumMod val="85000"/>
                  <a:lumOff val="15000"/>
                </a:schemeClr>
              </a:solidFill>
              <a:sym typeface="Wingdings" pitchFamily="2" charset="2"/>
            </a:rPr>
            <a:t></a:t>
          </a:r>
          <a:r>
            <a:rPr lang="en-US" sz="1400" kern="1200">
              <a:solidFill>
                <a:schemeClr val="tx1">
                  <a:lumMod val="85000"/>
                  <a:lumOff val="15000"/>
                </a:schemeClr>
              </a:solidFill>
            </a:rPr>
            <a:t> occurs during storage (depends on temperature &amp; SOC)</a:t>
          </a:r>
          <a:endParaRPr lang="en-IN" sz="1400" kern="1200">
            <a:solidFill>
              <a:schemeClr val="tx1">
                <a:lumMod val="85000"/>
                <a:lumOff val="15000"/>
              </a:schemeClr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solidFill>
                <a:schemeClr val="tx1">
                  <a:lumMod val="85000"/>
                  <a:lumOff val="15000"/>
                </a:schemeClr>
              </a:solidFill>
            </a:rPr>
            <a:t>Cycle aging</a:t>
          </a:r>
          <a:r>
            <a:rPr lang="en-US" sz="1400" kern="1200">
              <a:solidFill>
                <a:schemeClr val="tx1">
                  <a:lumMod val="85000"/>
                  <a:lumOff val="15000"/>
                </a:schemeClr>
              </a:solidFill>
              <a:sym typeface="Wingdings" pitchFamily="2" charset="2"/>
            </a:rPr>
            <a:t></a:t>
          </a:r>
          <a:r>
            <a:rPr lang="en-US" sz="1400" kern="1200">
              <a:solidFill>
                <a:schemeClr val="tx1">
                  <a:lumMod val="85000"/>
                  <a:lumOff val="15000"/>
                </a:schemeClr>
              </a:solidFill>
            </a:rPr>
            <a:t> occurs during charge/discharge cycles</a:t>
          </a:r>
          <a:endParaRPr lang="en-IN" sz="1400" kern="1200">
            <a:solidFill>
              <a:schemeClr val="tx1">
                <a:lumMod val="85000"/>
                <a:lumOff val="15000"/>
              </a:schemeClr>
            </a:solidFill>
          </a:endParaRPr>
        </a:p>
      </dsp:txBody>
      <dsp:txXfrm>
        <a:off x="5590714" y="107360"/>
        <a:ext cx="3450743" cy="1984557"/>
      </dsp:txXfrm>
    </dsp:sp>
    <dsp:sp modelId="{AEF0BF71-025B-E44C-AD70-38C21F2FD02E}">
      <dsp:nvSpPr>
        <dsp:cNvPr id="0" name=""/>
        <dsp:cNvSpPr/>
      </dsp:nvSpPr>
      <dsp:spPr>
        <a:xfrm>
          <a:off x="1817891" y="2554466"/>
          <a:ext cx="3665463" cy="219927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solidFill>
            <a:srgbClr val="13B4B3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>
                  <a:lumMod val="85000"/>
                  <a:lumOff val="15000"/>
                </a:schemeClr>
              </a:solidFill>
            </a:rPr>
            <a:t>Key degradation mechanisms</a:t>
          </a:r>
          <a:endParaRPr lang="en-IN" sz="1600" kern="1200">
            <a:solidFill>
              <a:schemeClr val="tx1">
                <a:lumMod val="85000"/>
                <a:lumOff val="15000"/>
              </a:schemeClr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solidFill>
                <a:schemeClr val="tx1">
                  <a:lumMod val="85000"/>
                  <a:lumOff val="15000"/>
                </a:schemeClr>
              </a:solidFill>
            </a:rPr>
            <a:t>SEI layer growth</a:t>
          </a:r>
          <a:endParaRPr lang="en-IN" sz="1400" kern="1200">
            <a:solidFill>
              <a:schemeClr val="tx1">
                <a:lumMod val="85000"/>
                <a:lumOff val="15000"/>
              </a:schemeClr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solidFill>
                <a:schemeClr val="tx1">
                  <a:lumMod val="85000"/>
                  <a:lumOff val="15000"/>
                </a:schemeClr>
              </a:solidFill>
            </a:rPr>
            <a:t>Lithium plating</a:t>
          </a:r>
          <a:endParaRPr lang="en-IN" sz="1400" kern="1200">
            <a:solidFill>
              <a:schemeClr val="tx1">
                <a:lumMod val="85000"/>
                <a:lumOff val="15000"/>
              </a:schemeClr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solidFill>
                <a:schemeClr val="tx1">
                  <a:lumMod val="85000"/>
                  <a:lumOff val="15000"/>
                </a:schemeClr>
              </a:solidFill>
            </a:rPr>
            <a:t>Loss of active material</a:t>
          </a:r>
          <a:endParaRPr lang="en-IN" sz="1400" kern="1200">
            <a:solidFill>
              <a:schemeClr val="tx1">
                <a:lumMod val="85000"/>
                <a:lumOff val="15000"/>
              </a:schemeClr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solidFill>
                <a:schemeClr val="tx1">
                  <a:lumMod val="85000"/>
                  <a:lumOff val="15000"/>
                </a:schemeClr>
              </a:solidFill>
            </a:rPr>
            <a:t>Electrolyte decomposition</a:t>
          </a:r>
          <a:endParaRPr lang="en-IN" sz="1400" kern="1200">
            <a:solidFill>
              <a:schemeClr val="tx1">
                <a:lumMod val="85000"/>
                <a:lumOff val="15000"/>
              </a:schemeClr>
            </a:solidFill>
          </a:endParaRPr>
        </a:p>
      </dsp:txBody>
      <dsp:txXfrm>
        <a:off x="1925251" y="2661826"/>
        <a:ext cx="3450743" cy="1984557"/>
      </dsp:txXfrm>
    </dsp:sp>
    <dsp:sp modelId="{C8F58F84-9EF1-BC4A-9D60-C243E82A2BF2}">
      <dsp:nvSpPr>
        <dsp:cNvPr id="0" name=""/>
        <dsp:cNvSpPr/>
      </dsp:nvSpPr>
      <dsp:spPr>
        <a:xfrm>
          <a:off x="7277493" y="2566377"/>
          <a:ext cx="3665463" cy="219927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>
                  <a:lumMod val="85000"/>
                  <a:lumOff val="15000"/>
                </a:schemeClr>
              </a:solidFill>
            </a:rPr>
            <a:t>Battery health indicators</a:t>
          </a:r>
          <a:endParaRPr lang="en-IN" sz="1600" kern="1200">
            <a:solidFill>
              <a:schemeClr val="tx1">
                <a:lumMod val="85000"/>
                <a:lumOff val="15000"/>
              </a:schemeClr>
            </a:solidFill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>
              <a:solidFill>
                <a:schemeClr val="tx1">
                  <a:lumMod val="85000"/>
                  <a:lumOff val="15000"/>
                </a:schemeClr>
              </a:solidFill>
            </a:rPr>
            <a:t> SOH =(current capacity / rated capacity) * 100%</a:t>
          </a:r>
          <a:endParaRPr lang="en-IN" sz="1100" kern="1200">
            <a:solidFill>
              <a:schemeClr val="tx1">
                <a:lumMod val="85000"/>
                <a:lumOff val="15000"/>
              </a:schemeClr>
            </a:solidFill>
          </a:endParaRP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100" kern="1200">
              <a:solidFill>
                <a:schemeClr val="tx1">
                  <a:lumMod val="85000"/>
                  <a:lumOff val="15000"/>
                </a:schemeClr>
              </a:solidFill>
            </a:rPr>
            <a:t>	(80% </a:t>
          </a:r>
          <a:r>
            <a:rPr lang="en-US" sz="1100" kern="1200">
              <a:solidFill>
                <a:schemeClr val="tx1">
                  <a:lumMod val="85000"/>
                  <a:lumOff val="15000"/>
                </a:schemeClr>
              </a:solidFill>
              <a:sym typeface="Wingdings" pitchFamily="2" charset="2"/>
            </a:rPr>
            <a:t></a:t>
          </a:r>
          <a:r>
            <a:rPr lang="en-US" sz="1100" kern="1200">
              <a:solidFill>
                <a:schemeClr val="tx1">
                  <a:lumMod val="85000"/>
                  <a:lumOff val="15000"/>
                </a:schemeClr>
              </a:solidFill>
            </a:rPr>
            <a:t> end of life)</a:t>
          </a:r>
          <a:endParaRPr lang="en-IN" sz="1100" kern="1200">
            <a:solidFill>
              <a:schemeClr val="tx1">
                <a:lumMod val="85000"/>
                <a:lumOff val="15000"/>
              </a:schemeClr>
            </a:solidFill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>
              <a:solidFill>
                <a:schemeClr val="tx1">
                  <a:lumMod val="85000"/>
                  <a:lumOff val="15000"/>
                </a:schemeClr>
              </a:solidFill>
            </a:rPr>
            <a:t> RUL </a:t>
          </a:r>
          <a:r>
            <a:rPr lang="en-US" sz="1100" kern="1200">
              <a:solidFill>
                <a:schemeClr val="tx1">
                  <a:lumMod val="85000"/>
                  <a:lumOff val="15000"/>
                </a:schemeClr>
              </a:solidFill>
              <a:sym typeface="Wingdings" pitchFamily="2" charset="2"/>
            </a:rPr>
            <a:t></a:t>
          </a:r>
          <a:r>
            <a:rPr lang="en-US" sz="1100" kern="1200">
              <a:solidFill>
                <a:schemeClr val="tx1">
                  <a:lumMod val="85000"/>
                  <a:lumOff val="15000"/>
                </a:schemeClr>
              </a:solidFill>
            </a:rPr>
            <a:t>  Remaining cycles before failure</a:t>
          </a:r>
          <a:endParaRPr lang="en-IN" sz="1100" kern="1200">
            <a:solidFill>
              <a:schemeClr val="tx1">
                <a:lumMod val="85000"/>
                <a:lumOff val="15000"/>
              </a:schemeClr>
            </a:solidFill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>
              <a:solidFill>
                <a:schemeClr val="tx1">
                  <a:lumMod val="85000"/>
                  <a:lumOff val="15000"/>
                </a:schemeClr>
              </a:solidFill>
            </a:rPr>
            <a:t> Key parameters:</a:t>
          </a:r>
          <a:endParaRPr lang="en-IN" sz="1100" kern="1200">
            <a:solidFill>
              <a:schemeClr val="tx1">
                <a:lumMod val="85000"/>
                <a:lumOff val="15000"/>
              </a:schemeClr>
            </a:solidFill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100" kern="1200">
              <a:solidFill>
                <a:schemeClr val="tx1">
                  <a:lumMod val="85000"/>
                  <a:lumOff val="15000"/>
                </a:schemeClr>
              </a:solidFill>
            </a:rPr>
            <a:t>     Voltage, current, temperature, capacity</a:t>
          </a:r>
          <a:endParaRPr lang="en-IN" sz="1100" kern="1200">
            <a:solidFill>
              <a:schemeClr val="tx1">
                <a:lumMod val="85000"/>
                <a:lumOff val="15000"/>
              </a:schemeClr>
            </a:solidFill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>
              <a:solidFill>
                <a:schemeClr val="tx1">
                  <a:lumMod val="85000"/>
                  <a:lumOff val="15000"/>
                </a:schemeClr>
              </a:solidFill>
            </a:rPr>
            <a:t> Derived features:</a:t>
          </a:r>
          <a:endParaRPr lang="en-IN" sz="1100" kern="1200">
            <a:solidFill>
              <a:schemeClr val="tx1">
                <a:lumMod val="85000"/>
                <a:lumOff val="15000"/>
              </a:schemeClr>
            </a:solidFill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100" kern="1200">
              <a:solidFill>
                <a:schemeClr val="tx1">
                  <a:lumMod val="85000"/>
                  <a:lumOff val="15000"/>
                </a:schemeClr>
              </a:solidFill>
            </a:rPr>
            <a:t>      ΔV, incremental capacity, capacity fade rate</a:t>
          </a:r>
          <a:endParaRPr lang="en-IN" sz="1100" kern="1200">
            <a:solidFill>
              <a:schemeClr val="tx1">
                <a:lumMod val="85000"/>
                <a:lumOff val="15000"/>
              </a:schemeClr>
            </a:solidFill>
          </a:endParaRPr>
        </a:p>
      </dsp:txBody>
      <dsp:txXfrm>
        <a:off x="7384853" y="2673737"/>
        <a:ext cx="3450743" cy="198455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7CC5E8-41F4-7346-96B4-82BBCAE6EB90}">
      <dsp:nvSpPr>
        <dsp:cNvPr id="0" name=""/>
        <dsp:cNvSpPr/>
      </dsp:nvSpPr>
      <dsp:spPr>
        <a:xfrm>
          <a:off x="5240234" y="935621"/>
          <a:ext cx="4603419" cy="2663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3156"/>
              </a:lnTo>
              <a:lnTo>
                <a:pt x="4603419" y="133156"/>
              </a:lnTo>
              <a:lnTo>
                <a:pt x="4603419" y="26631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348B46-D7D7-3E43-96A9-53B5568F5B08}">
      <dsp:nvSpPr>
        <dsp:cNvPr id="0" name=""/>
        <dsp:cNvSpPr/>
      </dsp:nvSpPr>
      <dsp:spPr>
        <a:xfrm>
          <a:off x="5240234" y="935621"/>
          <a:ext cx="3068946" cy="2663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3156"/>
              </a:lnTo>
              <a:lnTo>
                <a:pt x="3068946" y="133156"/>
              </a:lnTo>
              <a:lnTo>
                <a:pt x="3068946" y="26631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81F7A4-C64F-0240-96C8-289D98FAB2A6}">
      <dsp:nvSpPr>
        <dsp:cNvPr id="0" name=""/>
        <dsp:cNvSpPr/>
      </dsp:nvSpPr>
      <dsp:spPr>
        <a:xfrm>
          <a:off x="5240234" y="935621"/>
          <a:ext cx="1534473" cy="2663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3156"/>
              </a:lnTo>
              <a:lnTo>
                <a:pt x="1534473" y="133156"/>
              </a:lnTo>
              <a:lnTo>
                <a:pt x="1534473" y="26631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CC079A-7CDE-2549-BB7A-11109491D2E6}">
      <dsp:nvSpPr>
        <dsp:cNvPr id="0" name=""/>
        <dsp:cNvSpPr/>
      </dsp:nvSpPr>
      <dsp:spPr>
        <a:xfrm>
          <a:off x="5194514" y="935621"/>
          <a:ext cx="91440" cy="26631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631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280E85-999A-2248-9950-0873C5AF13CA}">
      <dsp:nvSpPr>
        <dsp:cNvPr id="0" name=""/>
        <dsp:cNvSpPr/>
      </dsp:nvSpPr>
      <dsp:spPr>
        <a:xfrm>
          <a:off x="3705761" y="935621"/>
          <a:ext cx="1534473" cy="266313"/>
        </a:xfrm>
        <a:custGeom>
          <a:avLst/>
          <a:gdLst/>
          <a:ahLst/>
          <a:cxnLst/>
          <a:rect l="0" t="0" r="0" b="0"/>
          <a:pathLst>
            <a:path>
              <a:moveTo>
                <a:pt x="1534473" y="0"/>
              </a:moveTo>
              <a:lnTo>
                <a:pt x="1534473" y="133156"/>
              </a:lnTo>
              <a:lnTo>
                <a:pt x="0" y="133156"/>
              </a:lnTo>
              <a:lnTo>
                <a:pt x="0" y="26631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F73516-7574-FA42-BF0A-487EC35A5ED5}">
      <dsp:nvSpPr>
        <dsp:cNvPr id="0" name=""/>
        <dsp:cNvSpPr/>
      </dsp:nvSpPr>
      <dsp:spPr>
        <a:xfrm>
          <a:off x="2171287" y="935621"/>
          <a:ext cx="3068946" cy="266313"/>
        </a:xfrm>
        <a:custGeom>
          <a:avLst/>
          <a:gdLst/>
          <a:ahLst/>
          <a:cxnLst/>
          <a:rect l="0" t="0" r="0" b="0"/>
          <a:pathLst>
            <a:path>
              <a:moveTo>
                <a:pt x="3068946" y="0"/>
              </a:moveTo>
              <a:lnTo>
                <a:pt x="3068946" y="133156"/>
              </a:lnTo>
              <a:lnTo>
                <a:pt x="0" y="133156"/>
              </a:lnTo>
              <a:lnTo>
                <a:pt x="0" y="26631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617174-2902-5A43-9BC8-3944882323EE}">
      <dsp:nvSpPr>
        <dsp:cNvPr id="0" name=""/>
        <dsp:cNvSpPr/>
      </dsp:nvSpPr>
      <dsp:spPr>
        <a:xfrm>
          <a:off x="636814" y="935621"/>
          <a:ext cx="4603419" cy="266313"/>
        </a:xfrm>
        <a:custGeom>
          <a:avLst/>
          <a:gdLst/>
          <a:ahLst/>
          <a:cxnLst/>
          <a:rect l="0" t="0" r="0" b="0"/>
          <a:pathLst>
            <a:path>
              <a:moveTo>
                <a:pt x="4603419" y="0"/>
              </a:moveTo>
              <a:lnTo>
                <a:pt x="4603419" y="133156"/>
              </a:lnTo>
              <a:lnTo>
                <a:pt x="0" y="133156"/>
              </a:lnTo>
              <a:lnTo>
                <a:pt x="0" y="26631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F54A45-5778-C04A-B2A5-49F692348076}">
      <dsp:nvSpPr>
        <dsp:cNvPr id="0" name=""/>
        <dsp:cNvSpPr/>
      </dsp:nvSpPr>
      <dsp:spPr>
        <a:xfrm>
          <a:off x="4606154" y="301541"/>
          <a:ext cx="1268159" cy="6340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Each cycle contains:</a:t>
          </a:r>
          <a:endParaRPr lang="en-IN" sz="1600" kern="1200"/>
        </a:p>
      </dsp:txBody>
      <dsp:txXfrm>
        <a:off x="4606154" y="301541"/>
        <a:ext cx="1268159" cy="634079"/>
      </dsp:txXfrm>
    </dsp:sp>
    <dsp:sp modelId="{5210E0D4-428F-6945-88ED-572373A195FD}">
      <dsp:nvSpPr>
        <dsp:cNvPr id="0" name=""/>
        <dsp:cNvSpPr/>
      </dsp:nvSpPr>
      <dsp:spPr>
        <a:xfrm>
          <a:off x="2734" y="1201935"/>
          <a:ext cx="1268159" cy="6340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Volatage measured </a:t>
          </a:r>
          <a:endParaRPr lang="en-IN" sz="1600" kern="1200"/>
        </a:p>
      </dsp:txBody>
      <dsp:txXfrm>
        <a:off x="2734" y="1201935"/>
        <a:ext cx="1268159" cy="634079"/>
      </dsp:txXfrm>
    </dsp:sp>
    <dsp:sp modelId="{37EBB54E-8375-7843-B60F-2E0282E09475}">
      <dsp:nvSpPr>
        <dsp:cNvPr id="0" name=""/>
        <dsp:cNvSpPr/>
      </dsp:nvSpPr>
      <dsp:spPr>
        <a:xfrm>
          <a:off x="1537207" y="1201935"/>
          <a:ext cx="1268159" cy="6340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Current measured</a:t>
          </a:r>
          <a:endParaRPr lang="en-IN" sz="1600" kern="1200"/>
        </a:p>
      </dsp:txBody>
      <dsp:txXfrm>
        <a:off x="1537207" y="1201935"/>
        <a:ext cx="1268159" cy="634079"/>
      </dsp:txXfrm>
    </dsp:sp>
    <dsp:sp modelId="{535B4616-2B0D-FA45-A92A-23B1231C4E5F}">
      <dsp:nvSpPr>
        <dsp:cNvPr id="0" name=""/>
        <dsp:cNvSpPr/>
      </dsp:nvSpPr>
      <dsp:spPr>
        <a:xfrm>
          <a:off x="3071681" y="1201935"/>
          <a:ext cx="1268159" cy="6340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Temperature measured</a:t>
          </a:r>
          <a:endParaRPr lang="en-IN" sz="1600" kern="1200"/>
        </a:p>
      </dsp:txBody>
      <dsp:txXfrm>
        <a:off x="3071681" y="1201935"/>
        <a:ext cx="1268159" cy="634079"/>
      </dsp:txXfrm>
    </dsp:sp>
    <dsp:sp modelId="{883BEF6B-6C1E-384B-B03F-7CAEB1529F68}">
      <dsp:nvSpPr>
        <dsp:cNvPr id="0" name=""/>
        <dsp:cNvSpPr/>
      </dsp:nvSpPr>
      <dsp:spPr>
        <a:xfrm>
          <a:off x="4606154" y="1201935"/>
          <a:ext cx="1268159" cy="6340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Current charge</a:t>
          </a:r>
          <a:endParaRPr lang="en-IN" sz="1600" kern="1200"/>
        </a:p>
      </dsp:txBody>
      <dsp:txXfrm>
        <a:off x="4606154" y="1201935"/>
        <a:ext cx="1268159" cy="634079"/>
      </dsp:txXfrm>
    </dsp:sp>
    <dsp:sp modelId="{63FD2214-39C1-F242-BABC-24CAAF0DA86B}">
      <dsp:nvSpPr>
        <dsp:cNvPr id="0" name=""/>
        <dsp:cNvSpPr/>
      </dsp:nvSpPr>
      <dsp:spPr>
        <a:xfrm>
          <a:off x="6140627" y="1201935"/>
          <a:ext cx="1268159" cy="6340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Volatge charge</a:t>
          </a:r>
          <a:endParaRPr lang="en-IN" sz="1600" kern="1200"/>
        </a:p>
      </dsp:txBody>
      <dsp:txXfrm>
        <a:off x="6140627" y="1201935"/>
        <a:ext cx="1268159" cy="634079"/>
      </dsp:txXfrm>
    </dsp:sp>
    <dsp:sp modelId="{97854E52-3D30-2549-AFFE-58B13C26E261}">
      <dsp:nvSpPr>
        <dsp:cNvPr id="0" name=""/>
        <dsp:cNvSpPr/>
      </dsp:nvSpPr>
      <dsp:spPr>
        <a:xfrm>
          <a:off x="7675101" y="1201935"/>
          <a:ext cx="1268159" cy="6340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Time</a:t>
          </a:r>
          <a:endParaRPr lang="en-IN" sz="1600" kern="1200"/>
        </a:p>
      </dsp:txBody>
      <dsp:txXfrm>
        <a:off x="7675101" y="1201935"/>
        <a:ext cx="1268159" cy="634079"/>
      </dsp:txXfrm>
    </dsp:sp>
    <dsp:sp modelId="{6DAB59C3-87B5-6E47-B027-687A44D8EA98}">
      <dsp:nvSpPr>
        <dsp:cNvPr id="0" name=""/>
        <dsp:cNvSpPr/>
      </dsp:nvSpPr>
      <dsp:spPr>
        <a:xfrm>
          <a:off x="9209574" y="1201935"/>
          <a:ext cx="1268159" cy="6340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Capacity</a:t>
          </a:r>
          <a:endParaRPr lang="en-IN" sz="1600" kern="1200"/>
        </a:p>
      </dsp:txBody>
      <dsp:txXfrm>
        <a:off x="9209574" y="1201935"/>
        <a:ext cx="1268159" cy="63407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F45CFC-F53E-9249-B668-819F16BEE5E1}">
      <dsp:nvSpPr>
        <dsp:cNvPr id="0" name=""/>
        <dsp:cNvSpPr/>
      </dsp:nvSpPr>
      <dsp:spPr>
        <a:xfrm>
          <a:off x="1878717" y="1393704"/>
          <a:ext cx="1131804" cy="99990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Approach</a:t>
          </a:r>
          <a:endParaRPr lang="en-IN" sz="1200" kern="1200"/>
        </a:p>
      </dsp:txBody>
      <dsp:txXfrm>
        <a:off x="2044466" y="1540137"/>
        <a:ext cx="800306" cy="707038"/>
      </dsp:txXfrm>
    </dsp:sp>
    <dsp:sp modelId="{0914C75D-8AB7-F845-BEA3-83AB771FE885}">
      <dsp:nvSpPr>
        <dsp:cNvPr id="0" name=""/>
        <dsp:cNvSpPr/>
      </dsp:nvSpPr>
      <dsp:spPr>
        <a:xfrm rot="16200000">
          <a:off x="2294471" y="1224395"/>
          <a:ext cx="300297" cy="38320"/>
        </a:xfrm>
        <a:custGeom>
          <a:avLst/>
          <a:gdLst/>
          <a:ahLst/>
          <a:cxnLst/>
          <a:rect l="0" t="0" r="0" b="0"/>
          <a:pathLst>
            <a:path>
              <a:moveTo>
                <a:pt x="0" y="19160"/>
              </a:moveTo>
              <a:lnTo>
                <a:pt x="300297" y="1916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2437112" y="1236048"/>
        <a:ext cx="15014" cy="15014"/>
      </dsp:txXfrm>
    </dsp:sp>
    <dsp:sp modelId="{43635774-1AFB-5541-BE7D-E0D08526FB70}">
      <dsp:nvSpPr>
        <dsp:cNvPr id="0" name=""/>
        <dsp:cNvSpPr/>
      </dsp:nvSpPr>
      <dsp:spPr>
        <a:xfrm>
          <a:off x="1900342" y="-15393"/>
          <a:ext cx="1088555" cy="11088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Use data-driven Machine Learning models</a:t>
          </a:r>
          <a:endParaRPr lang="en-IN" sz="1000" kern="1200"/>
        </a:p>
      </dsp:txBody>
      <dsp:txXfrm>
        <a:off x="2059757" y="146987"/>
        <a:ext cx="769725" cy="784040"/>
      </dsp:txXfrm>
    </dsp:sp>
    <dsp:sp modelId="{53D422D5-5D37-4D40-8F73-1D6EE55A82BB}">
      <dsp:nvSpPr>
        <dsp:cNvPr id="0" name=""/>
        <dsp:cNvSpPr/>
      </dsp:nvSpPr>
      <dsp:spPr>
        <a:xfrm rot="1800000">
          <a:off x="2899096" y="2219799"/>
          <a:ext cx="287213" cy="38320"/>
        </a:xfrm>
        <a:custGeom>
          <a:avLst/>
          <a:gdLst/>
          <a:ahLst/>
          <a:cxnLst/>
          <a:rect l="0" t="0" r="0" b="0"/>
          <a:pathLst>
            <a:path>
              <a:moveTo>
                <a:pt x="0" y="19160"/>
              </a:moveTo>
              <a:lnTo>
                <a:pt x="287213" y="1916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035522" y="2231779"/>
        <a:ext cx="14360" cy="14360"/>
      </dsp:txXfrm>
    </dsp:sp>
    <dsp:sp modelId="{0B076C55-E08C-2D48-88FE-529941A1B7FD}">
      <dsp:nvSpPr>
        <dsp:cNvPr id="0" name=""/>
        <dsp:cNvSpPr/>
      </dsp:nvSpPr>
      <dsp:spPr>
        <a:xfrm>
          <a:off x="3097344" y="2050544"/>
          <a:ext cx="1040873" cy="104087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Input: battery parameters</a:t>
          </a:r>
          <a:endParaRPr lang="en-IN" sz="1000" kern="1200"/>
        </a:p>
      </dsp:txBody>
      <dsp:txXfrm>
        <a:off x="3249776" y="2202976"/>
        <a:ext cx="736009" cy="736009"/>
      </dsp:txXfrm>
    </dsp:sp>
    <dsp:sp modelId="{AF468506-2F38-714E-A969-FB47D4777A60}">
      <dsp:nvSpPr>
        <dsp:cNvPr id="0" name=""/>
        <dsp:cNvSpPr/>
      </dsp:nvSpPr>
      <dsp:spPr>
        <a:xfrm rot="9000000">
          <a:off x="1702930" y="2219799"/>
          <a:ext cx="287213" cy="38320"/>
        </a:xfrm>
        <a:custGeom>
          <a:avLst/>
          <a:gdLst/>
          <a:ahLst/>
          <a:cxnLst/>
          <a:rect l="0" t="0" r="0" b="0"/>
          <a:pathLst>
            <a:path>
              <a:moveTo>
                <a:pt x="0" y="19160"/>
              </a:moveTo>
              <a:lnTo>
                <a:pt x="287213" y="1916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 rot="10800000">
        <a:off x="1839356" y="2231779"/>
        <a:ext cx="14360" cy="14360"/>
      </dsp:txXfrm>
    </dsp:sp>
    <dsp:sp modelId="{CA71CA5F-E8EA-F944-A9C7-AA9AD6726FC3}">
      <dsp:nvSpPr>
        <dsp:cNvPr id="0" name=""/>
        <dsp:cNvSpPr/>
      </dsp:nvSpPr>
      <dsp:spPr>
        <a:xfrm>
          <a:off x="751022" y="2050544"/>
          <a:ext cx="1040873" cy="104087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Output: SOH, RUL</a:t>
          </a:r>
          <a:endParaRPr lang="en-IN" sz="1000" kern="1200"/>
        </a:p>
      </dsp:txBody>
      <dsp:txXfrm>
        <a:off x="903454" y="2202976"/>
        <a:ext cx="736009" cy="73600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C5178B-2090-4DD1-82EA-E4CC2BBB7D93}">
      <dsp:nvSpPr>
        <dsp:cNvPr id="0" name=""/>
        <dsp:cNvSpPr/>
      </dsp:nvSpPr>
      <dsp:spPr>
        <a:xfrm>
          <a:off x="628789" y="234664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7E4DA6-2F49-467D-BB5F-0E9299C5128F}">
      <dsp:nvSpPr>
        <dsp:cNvPr id="0" name=""/>
        <dsp:cNvSpPr/>
      </dsp:nvSpPr>
      <dsp:spPr>
        <a:xfrm>
          <a:off x="628789" y="1924017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500" kern="1200"/>
            <a:t>Data preprocessing</a:t>
          </a:r>
          <a:endParaRPr lang="en-IN" sz="3500" kern="1200"/>
        </a:p>
      </dsp:txBody>
      <dsp:txXfrm>
        <a:off x="628789" y="1924017"/>
        <a:ext cx="4320000" cy="648000"/>
      </dsp:txXfrm>
    </dsp:sp>
    <dsp:sp modelId="{C5126900-240D-4DA8-82A4-878D355E9BDE}">
      <dsp:nvSpPr>
        <dsp:cNvPr id="0" name=""/>
        <dsp:cNvSpPr/>
      </dsp:nvSpPr>
      <dsp:spPr>
        <a:xfrm>
          <a:off x="628789" y="2654507"/>
          <a:ext cx="4320000" cy="17046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Remove incomplete data and outliers</a:t>
          </a:r>
          <a:endParaRPr lang="en-IN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Handle missing values (interpolation)</a:t>
          </a:r>
          <a:endParaRPr lang="en-IN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Normalize data (min-max / standard scaling)</a:t>
          </a:r>
          <a:endParaRPr lang="en-IN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Train-test split (70-80% /20-30%)</a:t>
          </a:r>
          <a:endParaRPr lang="en-IN" sz="1700" kern="1200"/>
        </a:p>
      </dsp:txBody>
      <dsp:txXfrm>
        <a:off x="628789" y="2654507"/>
        <a:ext cx="4320000" cy="1704655"/>
      </dsp:txXfrm>
    </dsp:sp>
    <dsp:sp modelId="{5B3B2B8F-CCE8-4BC4-B193-D745D801D80F}">
      <dsp:nvSpPr>
        <dsp:cNvPr id="0" name=""/>
        <dsp:cNvSpPr/>
      </dsp:nvSpPr>
      <dsp:spPr>
        <a:xfrm>
          <a:off x="5704789" y="234664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7C65F1-D034-43CB-B7C4-9AD494CAC03E}">
      <dsp:nvSpPr>
        <dsp:cNvPr id="0" name=""/>
        <dsp:cNvSpPr/>
      </dsp:nvSpPr>
      <dsp:spPr>
        <a:xfrm>
          <a:off x="5704789" y="1924017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500" kern="1200"/>
            <a:t>Feature extraction </a:t>
          </a:r>
          <a:endParaRPr lang="en-IN" sz="3500" kern="1200"/>
        </a:p>
      </dsp:txBody>
      <dsp:txXfrm>
        <a:off x="5704789" y="1924017"/>
        <a:ext cx="4320000" cy="648000"/>
      </dsp:txXfrm>
    </dsp:sp>
    <dsp:sp modelId="{E6F0406D-4D44-428D-BCE8-FE2074A5BA06}">
      <dsp:nvSpPr>
        <dsp:cNvPr id="0" name=""/>
        <dsp:cNvSpPr/>
      </dsp:nvSpPr>
      <dsp:spPr>
        <a:xfrm>
          <a:off x="5704789" y="2654507"/>
          <a:ext cx="4320000" cy="17046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Extract cycle-based features:</a:t>
          </a:r>
          <a:endParaRPr lang="en-IN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13B4B3"/>
            </a:buClr>
            <a:buChar char="•"/>
          </a:pPr>
          <a:r>
            <a:rPr lang="en-US" sz="1700" kern="1200"/>
            <a:t>Voltage (max, min, ΔV)</a:t>
          </a:r>
          <a:endParaRPr lang="en-IN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13B4B3"/>
            </a:buClr>
            <a:buChar char="•"/>
          </a:pPr>
          <a:r>
            <a:rPr lang="en-US" sz="1700" kern="1200"/>
            <a:t>Capacity (charge/discharge, fade)</a:t>
          </a:r>
          <a:endParaRPr lang="en-IN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13B4B3"/>
            </a:buClr>
            <a:buChar char="•"/>
          </a:pPr>
          <a:r>
            <a:rPr lang="en-US" sz="1700" kern="1200"/>
            <a:t>Temperature (mean, variation)</a:t>
          </a:r>
          <a:endParaRPr lang="en-IN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13B4B3"/>
            </a:buClr>
            <a:buChar char="•"/>
          </a:pPr>
          <a:r>
            <a:rPr lang="en-US" sz="1700" kern="1200"/>
            <a:t>Time (charge/discharge duration)</a:t>
          </a:r>
          <a:endParaRPr lang="en-IN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13B4B3"/>
            </a:buClr>
            <a:buChar char="•"/>
          </a:pPr>
          <a:r>
            <a:rPr lang="en-US" sz="1700" kern="1200"/>
            <a:t>Internal resistance</a:t>
          </a:r>
          <a:endParaRPr lang="en-IN" sz="1700" kern="1200"/>
        </a:p>
      </dsp:txBody>
      <dsp:txXfrm>
        <a:off x="5704789" y="2654507"/>
        <a:ext cx="4320000" cy="170465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2C3126-DBA7-0540-B63E-5DB4AB6DDF4A}">
      <dsp:nvSpPr>
        <dsp:cNvPr id="0" name=""/>
        <dsp:cNvSpPr/>
      </dsp:nvSpPr>
      <dsp:spPr>
        <a:xfrm>
          <a:off x="5722" y="0"/>
          <a:ext cx="2007949" cy="459382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chemeClr val="tx1">
                  <a:lumMod val="85000"/>
                  <a:lumOff val="15000"/>
                </a:schemeClr>
              </a:solidFill>
            </a:rPr>
            <a:t>Linear regression</a:t>
          </a:r>
          <a:endParaRPr lang="en-IN" sz="1800" kern="1200">
            <a:solidFill>
              <a:schemeClr val="tx1">
                <a:lumMod val="85000"/>
                <a:lumOff val="15000"/>
              </a:schemeClr>
            </a:solidFill>
          </a:endParaRPr>
        </a:p>
      </dsp:txBody>
      <dsp:txXfrm>
        <a:off x="5722" y="0"/>
        <a:ext cx="2007949" cy="1378148"/>
      </dsp:txXfrm>
    </dsp:sp>
    <dsp:sp modelId="{F046BC71-29AF-AE42-AC86-6682C43B0A78}">
      <dsp:nvSpPr>
        <dsp:cNvPr id="0" name=""/>
        <dsp:cNvSpPr/>
      </dsp:nvSpPr>
      <dsp:spPr>
        <a:xfrm>
          <a:off x="206517" y="1379494"/>
          <a:ext cx="1606359" cy="13851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Simple, interpretable</a:t>
          </a:r>
          <a:endParaRPr lang="en-IN" sz="1400" kern="1200"/>
        </a:p>
      </dsp:txBody>
      <dsp:txXfrm>
        <a:off x="247085" y="1420062"/>
        <a:ext cx="1525223" cy="1303965"/>
      </dsp:txXfrm>
    </dsp:sp>
    <dsp:sp modelId="{A357C59C-B7B6-3645-B408-95769C169168}">
      <dsp:nvSpPr>
        <dsp:cNvPr id="0" name=""/>
        <dsp:cNvSpPr/>
      </dsp:nvSpPr>
      <dsp:spPr>
        <a:xfrm>
          <a:off x="206517" y="2977688"/>
          <a:ext cx="1606359" cy="13851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Assumes linear relationship</a:t>
          </a:r>
          <a:endParaRPr lang="en-IN" sz="1400" kern="1200"/>
        </a:p>
      </dsp:txBody>
      <dsp:txXfrm>
        <a:off x="247085" y="3018256"/>
        <a:ext cx="1525223" cy="1303965"/>
      </dsp:txXfrm>
    </dsp:sp>
    <dsp:sp modelId="{94A38CAD-28CF-474F-AC2F-F52BA688F3E3}">
      <dsp:nvSpPr>
        <dsp:cNvPr id="0" name=""/>
        <dsp:cNvSpPr/>
      </dsp:nvSpPr>
      <dsp:spPr>
        <a:xfrm>
          <a:off x="2164268" y="0"/>
          <a:ext cx="2007949" cy="459382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Random forest </a:t>
          </a:r>
          <a:endParaRPr lang="en-IN" sz="1800" kern="1200"/>
        </a:p>
      </dsp:txBody>
      <dsp:txXfrm>
        <a:off x="2164268" y="0"/>
        <a:ext cx="2007949" cy="1378148"/>
      </dsp:txXfrm>
    </dsp:sp>
    <dsp:sp modelId="{45202294-A001-F54D-A491-75731DC1B766}">
      <dsp:nvSpPr>
        <dsp:cNvPr id="0" name=""/>
        <dsp:cNvSpPr/>
      </dsp:nvSpPr>
      <dsp:spPr>
        <a:xfrm>
          <a:off x="2365063" y="1378540"/>
          <a:ext cx="1606359" cy="9025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Ensemble of decision trees</a:t>
          </a:r>
          <a:endParaRPr lang="en-IN" sz="1400" kern="1200"/>
        </a:p>
      </dsp:txBody>
      <dsp:txXfrm>
        <a:off x="2391496" y="1404973"/>
        <a:ext cx="1553493" cy="849637"/>
      </dsp:txXfrm>
    </dsp:sp>
    <dsp:sp modelId="{3BA12D39-E505-8B42-B58D-89B664374C5E}">
      <dsp:nvSpPr>
        <dsp:cNvPr id="0" name=""/>
        <dsp:cNvSpPr/>
      </dsp:nvSpPr>
      <dsp:spPr>
        <a:xfrm>
          <a:off x="2365063" y="2419890"/>
          <a:ext cx="1606359" cy="9025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Handles non-linearity well</a:t>
          </a:r>
          <a:endParaRPr lang="en-IN" sz="1400" kern="1200"/>
        </a:p>
      </dsp:txBody>
      <dsp:txXfrm>
        <a:off x="2391496" y="2446323"/>
        <a:ext cx="1553493" cy="849637"/>
      </dsp:txXfrm>
    </dsp:sp>
    <dsp:sp modelId="{5F0502AB-B815-A44A-AC3D-D5BEE8147285}">
      <dsp:nvSpPr>
        <dsp:cNvPr id="0" name=""/>
        <dsp:cNvSpPr/>
      </dsp:nvSpPr>
      <dsp:spPr>
        <a:xfrm>
          <a:off x="2365063" y="3461240"/>
          <a:ext cx="1606359" cy="9025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Feature importance ranking</a:t>
          </a:r>
          <a:endParaRPr lang="en-IN" sz="1400" kern="1200"/>
        </a:p>
      </dsp:txBody>
      <dsp:txXfrm>
        <a:off x="2391496" y="3487673"/>
        <a:ext cx="1553493" cy="849637"/>
      </dsp:txXfrm>
    </dsp:sp>
    <dsp:sp modelId="{C1735480-7984-4B4C-A942-F4E9145F3C1C}">
      <dsp:nvSpPr>
        <dsp:cNvPr id="0" name=""/>
        <dsp:cNvSpPr/>
      </dsp:nvSpPr>
      <dsp:spPr>
        <a:xfrm>
          <a:off x="4322814" y="0"/>
          <a:ext cx="2007949" cy="459382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Support vector machine (SVM)</a:t>
          </a:r>
          <a:endParaRPr lang="en-IN" sz="1800" kern="1200"/>
        </a:p>
      </dsp:txBody>
      <dsp:txXfrm>
        <a:off x="4322814" y="0"/>
        <a:ext cx="2007949" cy="1378148"/>
      </dsp:txXfrm>
    </dsp:sp>
    <dsp:sp modelId="{F7B18B93-A2A7-0040-BD6D-241899CB1CE2}">
      <dsp:nvSpPr>
        <dsp:cNvPr id="0" name=""/>
        <dsp:cNvSpPr/>
      </dsp:nvSpPr>
      <dsp:spPr>
        <a:xfrm>
          <a:off x="4523609" y="1379494"/>
          <a:ext cx="1606359" cy="13851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Kernel trick for non-linearity</a:t>
          </a:r>
          <a:endParaRPr lang="en-IN" sz="1400" kern="1200"/>
        </a:p>
      </dsp:txBody>
      <dsp:txXfrm>
        <a:off x="4564177" y="1420062"/>
        <a:ext cx="1525223" cy="1303965"/>
      </dsp:txXfrm>
    </dsp:sp>
    <dsp:sp modelId="{142F5EFA-F846-8948-94FE-FE9A0185A796}">
      <dsp:nvSpPr>
        <dsp:cNvPr id="0" name=""/>
        <dsp:cNvSpPr/>
      </dsp:nvSpPr>
      <dsp:spPr>
        <a:xfrm>
          <a:off x="4523609" y="2977688"/>
          <a:ext cx="1606359" cy="13851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Good for small datasets</a:t>
          </a:r>
          <a:endParaRPr lang="en-IN" sz="1400" kern="1200"/>
        </a:p>
      </dsp:txBody>
      <dsp:txXfrm>
        <a:off x="4564177" y="3018256"/>
        <a:ext cx="1525223" cy="1303965"/>
      </dsp:txXfrm>
    </dsp:sp>
    <dsp:sp modelId="{DC4CBE7E-5624-1A48-86C6-356BADD05AC3}">
      <dsp:nvSpPr>
        <dsp:cNvPr id="0" name=""/>
        <dsp:cNvSpPr/>
      </dsp:nvSpPr>
      <dsp:spPr>
        <a:xfrm>
          <a:off x="6481360" y="0"/>
          <a:ext cx="2007949" cy="459382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Gradient boosting (XGBOOST)</a:t>
          </a:r>
          <a:endParaRPr lang="en-IN" sz="1800" kern="1200"/>
        </a:p>
      </dsp:txBody>
      <dsp:txXfrm>
        <a:off x="6481360" y="0"/>
        <a:ext cx="2007949" cy="1378148"/>
      </dsp:txXfrm>
    </dsp:sp>
    <dsp:sp modelId="{AD441F5C-6E6C-D849-BDD5-D7F149917C1D}">
      <dsp:nvSpPr>
        <dsp:cNvPr id="0" name=""/>
        <dsp:cNvSpPr/>
      </dsp:nvSpPr>
      <dsp:spPr>
        <a:xfrm>
          <a:off x="6682155" y="1378540"/>
          <a:ext cx="1606359" cy="9025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State of the art  for tabular data</a:t>
          </a:r>
          <a:endParaRPr lang="en-IN" sz="1400" kern="1200"/>
        </a:p>
      </dsp:txBody>
      <dsp:txXfrm>
        <a:off x="6708588" y="1404973"/>
        <a:ext cx="1553493" cy="849637"/>
      </dsp:txXfrm>
    </dsp:sp>
    <dsp:sp modelId="{D12254BF-6258-2644-A9CD-FD56E0B38A52}">
      <dsp:nvSpPr>
        <dsp:cNvPr id="0" name=""/>
        <dsp:cNvSpPr/>
      </dsp:nvSpPr>
      <dsp:spPr>
        <a:xfrm>
          <a:off x="6682155" y="2419890"/>
          <a:ext cx="1606359" cy="9025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Regularization prevents overfitting</a:t>
          </a:r>
          <a:endParaRPr lang="en-IN" sz="1400" kern="1200"/>
        </a:p>
      </dsp:txBody>
      <dsp:txXfrm>
        <a:off x="6708588" y="2446323"/>
        <a:ext cx="1553493" cy="849637"/>
      </dsp:txXfrm>
    </dsp:sp>
    <dsp:sp modelId="{07458DD1-3CB7-E34C-B109-CDA8A11D81D4}">
      <dsp:nvSpPr>
        <dsp:cNvPr id="0" name=""/>
        <dsp:cNvSpPr/>
      </dsp:nvSpPr>
      <dsp:spPr>
        <a:xfrm>
          <a:off x="6682155" y="3461240"/>
          <a:ext cx="1606359" cy="9025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Fast and scalable </a:t>
          </a:r>
          <a:endParaRPr lang="en-IN" sz="1400" kern="1200"/>
        </a:p>
      </dsp:txBody>
      <dsp:txXfrm>
        <a:off x="6708588" y="3487673"/>
        <a:ext cx="1553493" cy="849637"/>
      </dsp:txXfrm>
    </dsp:sp>
    <dsp:sp modelId="{BBAC20CE-6435-C34B-BC47-21B66ABAD05D}">
      <dsp:nvSpPr>
        <dsp:cNvPr id="0" name=""/>
        <dsp:cNvSpPr/>
      </dsp:nvSpPr>
      <dsp:spPr>
        <a:xfrm>
          <a:off x="8639906" y="0"/>
          <a:ext cx="2007949" cy="459382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Long Short-Term  Memory(LSTM)</a:t>
          </a:r>
          <a:endParaRPr lang="en-IN" sz="1800" kern="1200"/>
        </a:p>
      </dsp:txBody>
      <dsp:txXfrm>
        <a:off x="8639906" y="0"/>
        <a:ext cx="2007949" cy="1378148"/>
      </dsp:txXfrm>
    </dsp:sp>
    <dsp:sp modelId="{E0A1B13E-A659-F446-B258-E3AFF42EBB6F}">
      <dsp:nvSpPr>
        <dsp:cNvPr id="0" name=""/>
        <dsp:cNvSpPr/>
      </dsp:nvSpPr>
      <dsp:spPr>
        <a:xfrm>
          <a:off x="8840701" y="1378540"/>
          <a:ext cx="1606359" cy="9025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Deep learning for sequential data</a:t>
          </a:r>
          <a:endParaRPr lang="en-IN" sz="1400" kern="1200"/>
        </a:p>
      </dsp:txBody>
      <dsp:txXfrm>
        <a:off x="8867134" y="1404973"/>
        <a:ext cx="1553493" cy="849637"/>
      </dsp:txXfrm>
    </dsp:sp>
    <dsp:sp modelId="{986268B8-1005-7044-B01E-0606585DE488}">
      <dsp:nvSpPr>
        <dsp:cNvPr id="0" name=""/>
        <dsp:cNvSpPr/>
      </dsp:nvSpPr>
      <dsp:spPr>
        <a:xfrm>
          <a:off x="8840701" y="2419890"/>
          <a:ext cx="1606359" cy="9025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Captures long-term dependencies</a:t>
          </a:r>
          <a:endParaRPr lang="en-IN" sz="1400" kern="1200"/>
        </a:p>
      </dsp:txBody>
      <dsp:txXfrm>
        <a:off x="8867134" y="2446323"/>
        <a:ext cx="1553493" cy="849637"/>
      </dsp:txXfrm>
    </dsp:sp>
    <dsp:sp modelId="{EE460D97-2564-3844-BD69-AD46E39AFB2E}">
      <dsp:nvSpPr>
        <dsp:cNvPr id="0" name=""/>
        <dsp:cNvSpPr/>
      </dsp:nvSpPr>
      <dsp:spPr>
        <a:xfrm>
          <a:off x="8840701" y="3461240"/>
          <a:ext cx="1606359" cy="9025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Ideal for time-series battery data</a:t>
          </a:r>
          <a:endParaRPr lang="en-IN" sz="1400" kern="1200"/>
        </a:p>
      </dsp:txBody>
      <dsp:txXfrm>
        <a:off x="8867134" y="3487673"/>
        <a:ext cx="1553493" cy="84963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1D0462-2801-534E-9AAE-AA649D3705BE}">
      <dsp:nvSpPr>
        <dsp:cNvPr id="0" name=""/>
        <dsp:cNvSpPr/>
      </dsp:nvSpPr>
      <dsp:spPr>
        <a:xfrm>
          <a:off x="0" y="132905"/>
          <a:ext cx="3329243" cy="1997546"/>
        </a:xfrm>
        <a:prstGeom prst="roundRect">
          <a:avLst/>
        </a:prstGeom>
        <a:solidFill>
          <a:srgbClr val="2BB6B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tx1">
                  <a:lumMod val="85000"/>
                  <a:lumOff val="15000"/>
                </a:schemeClr>
              </a:solidFill>
            </a:rPr>
            <a:t>Electric vehicles</a:t>
          </a:r>
          <a:endParaRPr lang="en-IN" sz="1800" b="1" kern="1200">
            <a:solidFill>
              <a:schemeClr val="tx1">
                <a:lumMod val="85000"/>
                <a:lumOff val="15000"/>
              </a:schemeClr>
            </a:solidFill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solidFill>
                <a:schemeClr val="tx1">
                  <a:lumMod val="85000"/>
                  <a:lumOff val="15000"/>
                </a:schemeClr>
              </a:solidFill>
            </a:rPr>
            <a:t>Tesla, BYD use ML in </a:t>
          </a:r>
          <a:r>
            <a:rPr lang="en-US" sz="1600" kern="1200">
              <a:solidFill>
                <a:schemeClr val="tx1">
                  <a:lumMod val="85000"/>
                  <a:lumOff val="15000"/>
                </a:schemeClr>
              </a:solidFill>
              <a:latin typeface="Neue Haas Grotesk Text Pro"/>
            </a:rPr>
            <a:t>Better</a:t>
          </a:r>
          <a:r>
            <a:rPr lang="en-US" sz="1600" kern="1200">
              <a:solidFill>
                <a:schemeClr val="tx1">
                  <a:lumMod val="85000"/>
                  <a:lumOff val="15000"/>
                </a:schemeClr>
              </a:solidFill>
            </a:rPr>
            <a:t> Management System</a:t>
          </a:r>
          <a:endParaRPr lang="en-IN" sz="1600" kern="1200">
            <a:solidFill>
              <a:schemeClr val="tx1">
                <a:lumMod val="85000"/>
                <a:lumOff val="15000"/>
              </a:schemeClr>
            </a:solidFill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solidFill>
                <a:schemeClr val="tx1">
                  <a:lumMod val="85000"/>
                  <a:lumOff val="15000"/>
                </a:schemeClr>
              </a:solidFill>
            </a:rPr>
            <a:t>Predict range degradation over years</a:t>
          </a:r>
          <a:endParaRPr lang="en-IN" sz="1600" kern="1200">
            <a:solidFill>
              <a:schemeClr val="tx1">
                <a:lumMod val="85000"/>
                <a:lumOff val="15000"/>
              </a:schemeClr>
            </a:solidFill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chemeClr val="tx1">
                  <a:lumMod val="85000"/>
                  <a:lumOff val="15000"/>
                </a:schemeClr>
              </a:solidFill>
            </a:rPr>
            <a:t>Optimize charging strategies</a:t>
          </a:r>
          <a:endParaRPr lang="en-IN" sz="1600" kern="1200" dirty="0">
            <a:solidFill>
              <a:schemeClr val="tx1">
                <a:lumMod val="85000"/>
                <a:lumOff val="15000"/>
              </a:schemeClr>
            </a:solidFill>
          </a:endParaRPr>
        </a:p>
      </dsp:txBody>
      <dsp:txXfrm>
        <a:off x="97512" y="230417"/>
        <a:ext cx="3134219" cy="1802522"/>
      </dsp:txXfrm>
    </dsp:sp>
    <dsp:sp modelId="{8F5D336C-C771-BD43-8237-79C1867B10B9}">
      <dsp:nvSpPr>
        <dsp:cNvPr id="0" name=""/>
        <dsp:cNvSpPr/>
      </dsp:nvSpPr>
      <dsp:spPr>
        <a:xfrm>
          <a:off x="3662167" y="132905"/>
          <a:ext cx="3329243" cy="1997546"/>
        </a:xfrm>
        <a:prstGeom prst="roundRect">
          <a:avLst/>
        </a:prstGeom>
        <a:solidFill>
          <a:srgbClr val="2BB6B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tx1">
                  <a:lumMod val="85000"/>
                  <a:lumOff val="15000"/>
                </a:schemeClr>
              </a:solidFill>
            </a:rPr>
            <a:t>Grid scale energy storage</a:t>
          </a:r>
          <a:endParaRPr lang="en-IN" sz="1800" b="1" kern="1200">
            <a:solidFill>
              <a:schemeClr val="tx1">
                <a:lumMod val="85000"/>
                <a:lumOff val="15000"/>
              </a:schemeClr>
            </a:solidFill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solidFill>
                <a:schemeClr val="tx1">
                  <a:lumMod val="85000"/>
                  <a:lumOff val="15000"/>
                </a:schemeClr>
              </a:solidFill>
            </a:rPr>
            <a:t>Predict when to replace battery packs</a:t>
          </a:r>
          <a:endParaRPr lang="en-IN" sz="1600" kern="1200">
            <a:solidFill>
              <a:schemeClr val="tx1">
                <a:lumMod val="85000"/>
                <a:lumOff val="15000"/>
              </a:schemeClr>
            </a:solidFill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chemeClr val="tx1">
                  <a:lumMod val="85000"/>
                  <a:lumOff val="15000"/>
                </a:schemeClr>
              </a:solidFill>
            </a:rPr>
            <a:t>Optimize dispatch schedules</a:t>
          </a:r>
          <a:endParaRPr lang="en-IN" sz="1600" kern="1200" dirty="0">
            <a:solidFill>
              <a:schemeClr val="tx1">
                <a:lumMod val="85000"/>
                <a:lumOff val="15000"/>
              </a:schemeClr>
            </a:solidFill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solidFill>
                <a:schemeClr val="tx1">
                  <a:lumMod val="85000"/>
                  <a:lumOff val="15000"/>
                </a:schemeClr>
              </a:solidFill>
            </a:rPr>
            <a:t>Reduce operational costs </a:t>
          </a:r>
          <a:endParaRPr lang="en-IN" sz="1600" kern="1200">
            <a:solidFill>
              <a:schemeClr val="tx1">
                <a:lumMod val="85000"/>
                <a:lumOff val="15000"/>
              </a:schemeClr>
            </a:solidFill>
          </a:endParaRPr>
        </a:p>
      </dsp:txBody>
      <dsp:txXfrm>
        <a:off x="3759679" y="230417"/>
        <a:ext cx="3134219" cy="1802522"/>
      </dsp:txXfrm>
    </dsp:sp>
    <dsp:sp modelId="{DEF820BF-F4F9-6542-AB46-300A1F47D423}">
      <dsp:nvSpPr>
        <dsp:cNvPr id="0" name=""/>
        <dsp:cNvSpPr/>
      </dsp:nvSpPr>
      <dsp:spPr>
        <a:xfrm>
          <a:off x="7324335" y="132905"/>
          <a:ext cx="3329243" cy="1997546"/>
        </a:xfrm>
        <a:prstGeom prst="roundRect">
          <a:avLst/>
        </a:prstGeom>
        <a:solidFill>
          <a:srgbClr val="2BB6B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tx1">
                  <a:lumMod val="85000"/>
                  <a:lumOff val="15000"/>
                </a:schemeClr>
              </a:solidFill>
            </a:rPr>
            <a:t>Consumer electronics</a:t>
          </a:r>
          <a:endParaRPr lang="en-IN" sz="1800" b="1" kern="1200">
            <a:solidFill>
              <a:schemeClr val="tx1">
                <a:lumMod val="85000"/>
                <a:lumOff val="15000"/>
              </a:schemeClr>
            </a:solidFill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solidFill>
                <a:schemeClr val="tx1">
                  <a:lumMod val="85000"/>
                  <a:lumOff val="15000"/>
                </a:schemeClr>
              </a:solidFill>
            </a:rPr>
            <a:t>iPhone battery health features </a:t>
          </a:r>
          <a:endParaRPr lang="en-IN" sz="1600" kern="1200">
            <a:solidFill>
              <a:schemeClr val="tx1">
                <a:lumMod val="85000"/>
                <a:lumOff val="15000"/>
              </a:schemeClr>
            </a:solidFill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solidFill>
                <a:schemeClr val="tx1">
                  <a:lumMod val="85000"/>
                  <a:lumOff val="15000"/>
                </a:schemeClr>
              </a:solidFill>
            </a:rPr>
            <a:t>Laptop battery wear estimation</a:t>
          </a:r>
          <a:endParaRPr lang="en-IN" sz="1600" kern="1200">
            <a:solidFill>
              <a:schemeClr val="tx1">
                <a:lumMod val="85000"/>
                <a:lumOff val="15000"/>
              </a:schemeClr>
            </a:solidFill>
          </a:endParaRPr>
        </a:p>
      </dsp:txBody>
      <dsp:txXfrm>
        <a:off x="7421847" y="230417"/>
        <a:ext cx="3134219" cy="1802522"/>
      </dsp:txXfrm>
    </dsp:sp>
    <dsp:sp modelId="{F0C5B857-C6D4-CB43-B985-90C20CE1652A}">
      <dsp:nvSpPr>
        <dsp:cNvPr id="0" name=""/>
        <dsp:cNvSpPr/>
      </dsp:nvSpPr>
      <dsp:spPr>
        <a:xfrm>
          <a:off x="1831083" y="2463376"/>
          <a:ext cx="3329243" cy="1997546"/>
        </a:xfrm>
        <a:prstGeom prst="roundRect">
          <a:avLst/>
        </a:prstGeom>
        <a:solidFill>
          <a:srgbClr val="2BB6B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tx1">
                  <a:lumMod val="85000"/>
                  <a:lumOff val="15000"/>
                </a:schemeClr>
              </a:solidFill>
            </a:rPr>
            <a:t>Medical devices</a:t>
          </a:r>
          <a:endParaRPr lang="en-IN" sz="1800" b="1" kern="1200">
            <a:solidFill>
              <a:schemeClr val="tx1">
                <a:lumMod val="85000"/>
                <a:lumOff val="15000"/>
              </a:schemeClr>
            </a:solidFill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solidFill>
                <a:schemeClr val="tx1">
                  <a:lumMod val="85000"/>
                  <a:lumOff val="15000"/>
                </a:schemeClr>
              </a:solidFill>
            </a:rPr>
            <a:t>Pacemakers, portable monitors</a:t>
          </a:r>
          <a:endParaRPr lang="en-IN" sz="1600" kern="1200">
            <a:solidFill>
              <a:schemeClr val="tx1">
                <a:lumMod val="85000"/>
                <a:lumOff val="15000"/>
              </a:schemeClr>
            </a:solidFill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solidFill>
                <a:schemeClr val="tx1">
                  <a:lumMod val="85000"/>
                  <a:lumOff val="15000"/>
                </a:schemeClr>
              </a:solidFill>
            </a:rPr>
            <a:t>Critical reliability requirements</a:t>
          </a:r>
          <a:endParaRPr lang="en-IN" sz="1600" kern="1200">
            <a:solidFill>
              <a:schemeClr val="tx1">
                <a:lumMod val="85000"/>
                <a:lumOff val="15000"/>
              </a:schemeClr>
            </a:solidFill>
          </a:endParaRPr>
        </a:p>
      </dsp:txBody>
      <dsp:txXfrm>
        <a:off x="1928595" y="2560888"/>
        <a:ext cx="3134219" cy="1802522"/>
      </dsp:txXfrm>
    </dsp:sp>
    <dsp:sp modelId="{48DDBF40-EC9B-5C4A-9DDC-8F0D37B7E706}">
      <dsp:nvSpPr>
        <dsp:cNvPr id="0" name=""/>
        <dsp:cNvSpPr/>
      </dsp:nvSpPr>
      <dsp:spPr>
        <a:xfrm>
          <a:off x="5493251" y="2463376"/>
          <a:ext cx="3329243" cy="1997546"/>
        </a:xfrm>
        <a:prstGeom prst="roundRect">
          <a:avLst/>
        </a:prstGeom>
        <a:solidFill>
          <a:srgbClr val="2BB6B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tx1">
                  <a:lumMod val="85000"/>
                  <a:lumOff val="15000"/>
                </a:schemeClr>
              </a:solidFill>
            </a:rPr>
            <a:t>Aerospace and defense</a:t>
          </a:r>
          <a:endParaRPr lang="en-IN" sz="1800" b="1" kern="1200">
            <a:solidFill>
              <a:schemeClr val="tx1">
                <a:lumMod val="85000"/>
                <a:lumOff val="15000"/>
              </a:schemeClr>
            </a:solidFill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solidFill>
                <a:schemeClr val="tx1">
                  <a:lumMod val="85000"/>
                  <a:lumOff val="15000"/>
                </a:schemeClr>
              </a:solidFill>
            </a:rPr>
            <a:t>Satellite battery management </a:t>
          </a:r>
          <a:endParaRPr lang="en-IN" sz="1600" kern="1200">
            <a:solidFill>
              <a:schemeClr val="tx1">
                <a:lumMod val="85000"/>
                <a:lumOff val="15000"/>
              </a:schemeClr>
            </a:solidFill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solidFill>
                <a:schemeClr val="tx1">
                  <a:lumMod val="85000"/>
                  <a:lumOff val="15000"/>
                </a:schemeClr>
              </a:solidFill>
            </a:rPr>
            <a:t>UAV mission planning</a:t>
          </a:r>
          <a:endParaRPr lang="en-IN" sz="1600" kern="1200">
            <a:solidFill>
              <a:schemeClr val="tx1">
                <a:lumMod val="85000"/>
                <a:lumOff val="15000"/>
              </a:schemeClr>
            </a:solidFill>
          </a:endParaRPr>
        </a:p>
      </dsp:txBody>
      <dsp:txXfrm>
        <a:off x="5590763" y="2560888"/>
        <a:ext cx="3134219" cy="180252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4C3CB3-DAA1-8F41-AABD-1FAD46FBD9A0}">
      <dsp:nvSpPr>
        <dsp:cNvPr id="0" name=""/>
        <dsp:cNvSpPr/>
      </dsp:nvSpPr>
      <dsp:spPr>
        <a:xfrm rot="5400000">
          <a:off x="6950590" y="-3040579"/>
          <a:ext cx="587686" cy="681829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Battery testing is time consuming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Limited publicly available run to failure dataset</a:t>
          </a:r>
        </a:p>
      </dsp:txBody>
      <dsp:txXfrm rot="-5400000">
        <a:off x="3835288" y="103411"/>
        <a:ext cx="6789602" cy="530310"/>
      </dsp:txXfrm>
    </dsp:sp>
    <dsp:sp modelId="{95A9AEB4-D0A1-F04A-BA44-3532EAFCBE7B}">
      <dsp:nvSpPr>
        <dsp:cNvPr id="0" name=""/>
        <dsp:cNvSpPr/>
      </dsp:nvSpPr>
      <dsp:spPr>
        <a:xfrm>
          <a:off x="0" y="1261"/>
          <a:ext cx="3835288" cy="734608"/>
        </a:xfrm>
        <a:prstGeom prst="roundRect">
          <a:avLst/>
        </a:prstGeom>
        <a:solidFill>
          <a:srgbClr val="2BB6B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Data scarcity </a:t>
          </a:r>
        </a:p>
      </dsp:txBody>
      <dsp:txXfrm>
        <a:off x="35861" y="37122"/>
        <a:ext cx="3763566" cy="662886"/>
      </dsp:txXfrm>
    </dsp:sp>
    <dsp:sp modelId="{6487FC53-E06F-CA4C-B4F9-C78F9B552747}">
      <dsp:nvSpPr>
        <dsp:cNvPr id="0" name=""/>
        <dsp:cNvSpPr/>
      </dsp:nvSpPr>
      <dsp:spPr>
        <a:xfrm rot="5400000">
          <a:off x="6950590" y="-2269240"/>
          <a:ext cx="587686" cy="681829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Models trained on one chemistry may not work for others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Operating conditions vary widely</a:t>
          </a:r>
        </a:p>
      </dsp:txBody>
      <dsp:txXfrm rot="-5400000">
        <a:off x="3835288" y="874750"/>
        <a:ext cx="6789602" cy="530310"/>
      </dsp:txXfrm>
    </dsp:sp>
    <dsp:sp modelId="{1AC8D7F6-5FA0-4B4D-A0B3-8761DD006A85}">
      <dsp:nvSpPr>
        <dsp:cNvPr id="0" name=""/>
        <dsp:cNvSpPr/>
      </dsp:nvSpPr>
      <dsp:spPr>
        <a:xfrm>
          <a:off x="0" y="772600"/>
          <a:ext cx="3835288" cy="734608"/>
        </a:xfrm>
        <a:prstGeom prst="roundRect">
          <a:avLst/>
        </a:prstGeom>
        <a:solidFill>
          <a:srgbClr val="2BB6B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Generalizability</a:t>
          </a:r>
        </a:p>
      </dsp:txBody>
      <dsp:txXfrm>
        <a:off x="35861" y="808461"/>
        <a:ext cx="3763566" cy="662886"/>
      </dsp:txXfrm>
    </dsp:sp>
    <dsp:sp modelId="{12033F58-AF6B-AF4C-A0FE-D9BE1833F4C0}">
      <dsp:nvSpPr>
        <dsp:cNvPr id="0" name=""/>
        <dsp:cNvSpPr/>
      </dsp:nvSpPr>
      <dsp:spPr>
        <a:xfrm rot="5400000">
          <a:off x="6950590" y="-1497900"/>
          <a:ext cx="587686" cy="681829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Degradation patterns change over battery lifetime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Knee point- sudden capacity drop is hard to predict</a:t>
          </a:r>
        </a:p>
      </dsp:txBody>
      <dsp:txXfrm rot="-5400000">
        <a:off x="3835288" y="1646090"/>
        <a:ext cx="6789602" cy="530310"/>
      </dsp:txXfrm>
    </dsp:sp>
    <dsp:sp modelId="{915C5340-0C19-3548-9EAC-481750FBD18B}">
      <dsp:nvSpPr>
        <dsp:cNvPr id="0" name=""/>
        <dsp:cNvSpPr/>
      </dsp:nvSpPr>
      <dsp:spPr>
        <a:xfrm>
          <a:off x="0" y="1543940"/>
          <a:ext cx="3835288" cy="734608"/>
        </a:xfrm>
        <a:prstGeom prst="roundRect">
          <a:avLst/>
        </a:prstGeom>
        <a:solidFill>
          <a:srgbClr val="2BB6B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Non-stationarity</a:t>
          </a:r>
        </a:p>
      </dsp:txBody>
      <dsp:txXfrm>
        <a:off x="35861" y="1579801"/>
        <a:ext cx="3763566" cy="662886"/>
      </dsp:txXfrm>
    </dsp:sp>
    <dsp:sp modelId="{78E2C0AE-5A0E-514A-AA93-ACC91B1D9C2F}">
      <dsp:nvSpPr>
        <dsp:cNvPr id="0" name=""/>
        <dsp:cNvSpPr/>
      </dsp:nvSpPr>
      <dsp:spPr>
        <a:xfrm rot="5400000">
          <a:off x="6950590" y="-726561"/>
          <a:ext cx="587686" cy="681829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Deep learning models require significant compute for training</a:t>
          </a:r>
        </a:p>
      </dsp:txBody>
      <dsp:txXfrm rot="-5400000">
        <a:off x="3835288" y="2417429"/>
        <a:ext cx="6789602" cy="530310"/>
      </dsp:txXfrm>
    </dsp:sp>
    <dsp:sp modelId="{484E7C4D-5069-DF44-A872-A803AD6DD973}">
      <dsp:nvSpPr>
        <dsp:cNvPr id="0" name=""/>
        <dsp:cNvSpPr/>
      </dsp:nvSpPr>
      <dsp:spPr>
        <a:xfrm>
          <a:off x="0" y="2315279"/>
          <a:ext cx="3835288" cy="734608"/>
        </a:xfrm>
        <a:prstGeom prst="roundRect">
          <a:avLst/>
        </a:prstGeom>
        <a:solidFill>
          <a:srgbClr val="2BB6B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Computational cost</a:t>
          </a:r>
        </a:p>
      </dsp:txBody>
      <dsp:txXfrm>
        <a:off x="35861" y="2351140"/>
        <a:ext cx="3763566" cy="662886"/>
      </dsp:txXfrm>
    </dsp:sp>
    <dsp:sp modelId="{53F178E9-7C8D-7047-B902-92CB45959FB3}">
      <dsp:nvSpPr>
        <dsp:cNvPr id="0" name=""/>
        <dsp:cNvSpPr/>
      </dsp:nvSpPr>
      <dsp:spPr>
        <a:xfrm rot="5400000">
          <a:off x="6950590" y="44777"/>
          <a:ext cx="587686" cy="681829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Edge devices have limited memory/processing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Model compressing needed</a:t>
          </a:r>
        </a:p>
      </dsp:txBody>
      <dsp:txXfrm rot="-5400000">
        <a:off x="3835288" y="3188767"/>
        <a:ext cx="6789602" cy="530310"/>
      </dsp:txXfrm>
    </dsp:sp>
    <dsp:sp modelId="{854814FF-D3C3-3849-BFAF-0D40AEF11C37}">
      <dsp:nvSpPr>
        <dsp:cNvPr id="0" name=""/>
        <dsp:cNvSpPr/>
      </dsp:nvSpPr>
      <dsp:spPr>
        <a:xfrm>
          <a:off x="0" y="3086618"/>
          <a:ext cx="3835288" cy="734608"/>
        </a:xfrm>
        <a:prstGeom prst="roundRect">
          <a:avLst/>
        </a:prstGeom>
        <a:solidFill>
          <a:srgbClr val="2BB6B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Real time deployment</a:t>
          </a:r>
        </a:p>
      </dsp:txBody>
      <dsp:txXfrm>
        <a:off x="35861" y="3122479"/>
        <a:ext cx="3763566" cy="662886"/>
      </dsp:txXfrm>
    </dsp:sp>
    <dsp:sp modelId="{2FEB7943-5A33-674F-81F1-05E1D4254F8E}">
      <dsp:nvSpPr>
        <dsp:cNvPr id="0" name=""/>
        <dsp:cNvSpPr/>
      </dsp:nvSpPr>
      <dsp:spPr>
        <a:xfrm rot="5400000">
          <a:off x="6950590" y="816116"/>
          <a:ext cx="587686" cy="681829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Black box model are hard to trust in safety critical application</a:t>
          </a:r>
        </a:p>
      </dsp:txBody>
      <dsp:txXfrm rot="-5400000">
        <a:off x="3835288" y="3960106"/>
        <a:ext cx="6789602" cy="530310"/>
      </dsp:txXfrm>
    </dsp:sp>
    <dsp:sp modelId="{B8479F27-ED87-A248-BEDB-D1065191A079}">
      <dsp:nvSpPr>
        <dsp:cNvPr id="0" name=""/>
        <dsp:cNvSpPr/>
      </dsp:nvSpPr>
      <dsp:spPr>
        <a:xfrm>
          <a:off x="0" y="3857957"/>
          <a:ext cx="3835288" cy="734608"/>
        </a:xfrm>
        <a:prstGeom prst="roundRect">
          <a:avLst/>
        </a:prstGeom>
        <a:solidFill>
          <a:srgbClr val="2BB6B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Interpretability</a:t>
          </a:r>
        </a:p>
      </dsp:txBody>
      <dsp:txXfrm>
        <a:off x="35861" y="3893818"/>
        <a:ext cx="3763566" cy="66288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4BD556-562A-A240-87EF-8596DB8AD396}">
      <dsp:nvSpPr>
        <dsp:cNvPr id="0" name=""/>
        <dsp:cNvSpPr/>
      </dsp:nvSpPr>
      <dsp:spPr>
        <a:xfrm>
          <a:off x="0" y="0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4ED4ABE-CA0B-2947-A4F5-BEFDCFEF78B4}">
      <dsp:nvSpPr>
        <dsp:cNvPr id="0" name=""/>
        <dsp:cNvSpPr/>
      </dsp:nvSpPr>
      <dsp:spPr>
        <a:xfrm>
          <a:off x="0" y="0"/>
          <a:ext cx="2130715" cy="2296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Conclusion</a:t>
          </a:r>
        </a:p>
      </dsp:txBody>
      <dsp:txXfrm>
        <a:off x="0" y="0"/>
        <a:ext cx="2130715" cy="2296914"/>
      </dsp:txXfrm>
    </dsp:sp>
    <dsp:sp modelId="{D9117F20-52A3-954B-A763-8671166A2642}">
      <dsp:nvSpPr>
        <dsp:cNvPr id="0" name=""/>
        <dsp:cNvSpPr/>
      </dsp:nvSpPr>
      <dsp:spPr>
        <a:xfrm>
          <a:off x="2290519" y="21645"/>
          <a:ext cx="8363059" cy="432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ML models accurately predict SOH &amp; RUL</a:t>
          </a:r>
        </a:p>
      </dsp:txBody>
      <dsp:txXfrm>
        <a:off x="2290519" y="21645"/>
        <a:ext cx="8363059" cy="432914"/>
      </dsp:txXfrm>
    </dsp:sp>
    <dsp:sp modelId="{5084DC87-CEE5-1947-88FE-F2C75E1A8B74}">
      <dsp:nvSpPr>
        <dsp:cNvPr id="0" name=""/>
        <dsp:cNvSpPr/>
      </dsp:nvSpPr>
      <dsp:spPr>
        <a:xfrm>
          <a:off x="2130715" y="454560"/>
          <a:ext cx="852286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C5471F8E-E955-5D44-B069-E4B5C8C18AFB}">
      <dsp:nvSpPr>
        <dsp:cNvPr id="0" name=""/>
        <dsp:cNvSpPr/>
      </dsp:nvSpPr>
      <dsp:spPr>
        <a:xfrm>
          <a:off x="2290519" y="476205"/>
          <a:ext cx="8363059" cy="432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Battery degradation prediction improves safety, cost and performance</a:t>
          </a:r>
        </a:p>
      </dsp:txBody>
      <dsp:txXfrm>
        <a:off x="2290519" y="476205"/>
        <a:ext cx="8363059" cy="432914"/>
      </dsp:txXfrm>
    </dsp:sp>
    <dsp:sp modelId="{EB37DDA9-17B4-FE4D-B6F0-B7C6AC952319}">
      <dsp:nvSpPr>
        <dsp:cNvPr id="0" name=""/>
        <dsp:cNvSpPr/>
      </dsp:nvSpPr>
      <dsp:spPr>
        <a:xfrm>
          <a:off x="2130715" y="909120"/>
          <a:ext cx="852286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B9F1A2C9-8812-564B-A959-D118494A5A66}">
      <dsp:nvSpPr>
        <dsp:cNvPr id="0" name=""/>
        <dsp:cNvSpPr/>
      </dsp:nvSpPr>
      <dsp:spPr>
        <a:xfrm>
          <a:off x="2290519" y="930766"/>
          <a:ext cx="8363059" cy="432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LSTM performs best for time-series data</a:t>
          </a:r>
        </a:p>
      </dsp:txBody>
      <dsp:txXfrm>
        <a:off x="2290519" y="930766"/>
        <a:ext cx="8363059" cy="432914"/>
      </dsp:txXfrm>
    </dsp:sp>
    <dsp:sp modelId="{7B75E041-0E0F-544E-A4A1-42BDE6F354BD}">
      <dsp:nvSpPr>
        <dsp:cNvPr id="0" name=""/>
        <dsp:cNvSpPr/>
      </dsp:nvSpPr>
      <dsp:spPr>
        <a:xfrm>
          <a:off x="2130715" y="1363680"/>
          <a:ext cx="852286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B9EC3745-3616-054E-90E9-156A89D43D56}">
      <dsp:nvSpPr>
        <dsp:cNvPr id="0" name=""/>
        <dsp:cNvSpPr/>
      </dsp:nvSpPr>
      <dsp:spPr>
        <a:xfrm>
          <a:off x="2290519" y="1385326"/>
          <a:ext cx="8363059" cy="432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err="1"/>
            <a:t>XGBoost</a:t>
          </a:r>
          <a:r>
            <a:rPr lang="en-US" sz="1900" kern="1200"/>
            <a:t> is the best among traditional ML models</a:t>
          </a:r>
        </a:p>
      </dsp:txBody>
      <dsp:txXfrm>
        <a:off x="2290519" y="1385326"/>
        <a:ext cx="8363059" cy="432914"/>
      </dsp:txXfrm>
    </dsp:sp>
    <dsp:sp modelId="{30E1E025-79C7-8545-A4D9-E43E15347200}">
      <dsp:nvSpPr>
        <dsp:cNvPr id="0" name=""/>
        <dsp:cNvSpPr/>
      </dsp:nvSpPr>
      <dsp:spPr>
        <a:xfrm>
          <a:off x="2130715" y="1818240"/>
          <a:ext cx="852286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265F459-F2B9-6C42-8220-A1F436336C32}">
      <dsp:nvSpPr>
        <dsp:cNvPr id="0" name=""/>
        <dsp:cNvSpPr/>
      </dsp:nvSpPr>
      <dsp:spPr>
        <a:xfrm>
          <a:off x="2290519" y="1839886"/>
          <a:ext cx="8363059" cy="432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Feature engineering plays a crucial role</a:t>
          </a:r>
        </a:p>
      </dsp:txBody>
      <dsp:txXfrm>
        <a:off x="2290519" y="1839886"/>
        <a:ext cx="8363059" cy="432914"/>
      </dsp:txXfrm>
    </dsp:sp>
    <dsp:sp modelId="{BBBDC461-4475-E742-A3F6-F5E1EF518E08}">
      <dsp:nvSpPr>
        <dsp:cNvPr id="0" name=""/>
        <dsp:cNvSpPr/>
      </dsp:nvSpPr>
      <dsp:spPr>
        <a:xfrm>
          <a:off x="2130715" y="2272800"/>
          <a:ext cx="852286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34E1613-F1B9-2C45-9711-CFFD91B94F14}">
      <dsp:nvSpPr>
        <dsp:cNvPr id="0" name=""/>
        <dsp:cNvSpPr/>
      </dsp:nvSpPr>
      <dsp:spPr>
        <a:xfrm>
          <a:off x="0" y="2296914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0B0F7A2-A8CA-F84E-A8AB-FC276EB16F49}">
      <dsp:nvSpPr>
        <dsp:cNvPr id="0" name=""/>
        <dsp:cNvSpPr/>
      </dsp:nvSpPr>
      <dsp:spPr>
        <a:xfrm>
          <a:off x="0" y="2296914"/>
          <a:ext cx="2130715" cy="2296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Future scope</a:t>
          </a:r>
        </a:p>
      </dsp:txBody>
      <dsp:txXfrm>
        <a:off x="0" y="2296914"/>
        <a:ext cx="2130715" cy="2296914"/>
      </dsp:txXfrm>
    </dsp:sp>
    <dsp:sp modelId="{C1648C52-D8CD-C44D-BDF1-BD5B51EC7966}">
      <dsp:nvSpPr>
        <dsp:cNvPr id="0" name=""/>
        <dsp:cNvSpPr/>
      </dsp:nvSpPr>
      <dsp:spPr>
        <a:xfrm>
          <a:off x="2290519" y="2318559"/>
          <a:ext cx="8363059" cy="432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Transfer learning </a:t>
          </a:r>
          <a:r>
            <a:rPr lang="en-US" sz="1900" kern="1200">
              <a:sym typeface="Wingdings" panose="05000000000000000000" pitchFamily="2" charset="2"/>
            </a:rPr>
            <a:t></a:t>
          </a:r>
          <a:r>
            <a:rPr lang="en-US" sz="1900" kern="1200"/>
            <a:t> reduces data requirements</a:t>
          </a:r>
        </a:p>
      </dsp:txBody>
      <dsp:txXfrm>
        <a:off x="2290519" y="2318559"/>
        <a:ext cx="8363059" cy="432914"/>
      </dsp:txXfrm>
    </dsp:sp>
    <dsp:sp modelId="{FBD2FEA8-3AD5-2742-86BC-B2E8966C00DF}">
      <dsp:nvSpPr>
        <dsp:cNvPr id="0" name=""/>
        <dsp:cNvSpPr/>
      </dsp:nvSpPr>
      <dsp:spPr>
        <a:xfrm>
          <a:off x="2130715" y="2751474"/>
          <a:ext cx="852286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11697D30-4C45-3C4B-9665-549F67268C74}">
      <dsp:nvSpPr>
        <dsp:cNvPr id="0" name=""/>
        <dsp:cNvSpPr/>
      </dsp:nvSpPr>
      <dsp:spPr>
        <a:xfrm>
          <a:off x="2290519" y="2773119"/>
          <a:ext cx="8363059" cy="432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Physics informed ML</a:t>
          </a:r>
          <a:r>
            <a:rPr lang="en-US" sz="1900" kern="1200">
              <a:sym typeface="Wingdings" panose="05000000000000000000" pitchFamily="2" charset="2"/>
            </a:rPr>
            <a:t></a:t>
          </a:r>
          <a:r>
            <a:rPr lang="en-US" sz="1900" kern="1200"/>
            <a:t> hybrid modeling approach</a:t>
          </a:r>
        </a:p>
      </dsp:txBody>
      <dsp:txXfrm>
        <a:off x="2290519" y="2773119"/>
        <a:ext cx="8363059" cy="432914"/>
      </dsp:txXfrm>
    </dsp:sp>
    <dsp:sp modelId="{792BB3B3-4807-2742-B6BF-90D800AC50F0}">
      <dsp:nvSpPr>
        <dsp:cNvPr id="0" name=""/>
        <dsp:cNvSpPr/>
      </dsp:nvSpPr>
      <dsp:spPr>
        <a:xfrm>
          <a:off x="2130715" y="3206034"/>
          <a:ext cx="852286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02B44C4F-2B00-384F-98A2-10259B951E03}">
      <dsp:nvSpPr>
        <dsp:cNvPr id="0" name=""/>
        <dsp:cNvSpPr/>
      </dsp:nvSpPr>
      <dsp:spPr>
        <a:xfrm>
          <a:off x="2290519" y="3227680"/>
          <a:ext cx="8363059" cy="432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Transformer models </a:t>
          </a:r>
          <a:r>
            <a:rPr lang="en-US" sz="1900" kern="1200">
              <a:sym typeface="Wingdings" panose="05000000000000000000" pitchFamily="2" charset="2"/>
            </a:rPr>
            <a:t></a:t>
          </a:r>
          <a:r>
            <a:rPr lang="en-US" sz="1900" kern="1200"/>
            <a:t> advanced sequencing prediction</a:t>
          </a:r>
        </a:p>
      </dsp:txBody>
      <dsp:txXfrm>
        <a:off x="2290519" y="3227680"/>
        <a:ext cx="8363059" cy="432914"/>
      </dsp:txXfrm>
    </dsp:sp>
    <dsp:sp modelId="{DFDCE1D8-3E25-804A-9315-1703C950C1E5}">
      <dsp:nvSpPr>
        <dsp:cNvPr id="0" name=""/>
        <dsp:cNvSpPr/>
      </dsp:nvSpPr>
      <dsp:spPr>
        <a:xfrm>
          <a:off x="2130715" y="3660594"/>
          <a:ext cx="852286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59477F4-DE88-084D-B814-CB25BB6D19C0}">
      <dsp:nvSpPr>
        <dsp:cNvPr id="0" name=""/>
        <dsp:cNvSpPr/>
      </dsp:nvSpPr>
      <dsp:spPr>
        <a:xfrm>
          <a:off x="2290519" y="3682240"/>
          <a:ext cx="8363059" cy="432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Federated learning </a:t>
          </a:r>
          <a:r>
            <a:rPr lang="en-US" sz="1900" kern="1200">
              <a:sym typeface="Wingdings" panose="05000000000000000000" pitchFamily="2" charset="2"/>
            </a:rPr>
            <a:t></a:t>
          </a:r>
          <a:r>
            <a:rPr lang="en-US" sz="1900" kern="1200"/>
            <a:t> privacy preserving training</a:t>
          </a:r>
        </a:p>
      </dsp:txBody>
      <dsp:txXfrm>
        <a:off x="2290519" y="3682240"/>
        <a:ext cx="8363059" cy="432914"/>
      </dsp:txXfrm>
    </dsp:sp>
    <dsp:sp modelId="{4C21ADE1-6D86-3246-8953-D7B5D1B189B6}">
      <dsp:nvSpPr>
        <dsp:cNvPr id="0" name=""/>
        <dsp:cNvSpPr/>
      </dsp:nvSpPr>
      <dsp:spPr>
        <a:xfrm>
          <a:off x="2130715" y="4115154"/>
          <a:ext cx="852286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979AE46-7B2B-D14B-879D-EC265A5DA2BC}">
      <dsp:nvSpPr>
        <dsp:cNvPr id="0" name=""/>
        <dsp:cNvSpPr/>
      </dsp:nvSpPr>
      <dsp:spPr>
        <a:xfrm>
          <a:off x="2290519" y="4136800"/>
          <a:ext cx="8363059" cy="432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Real time deployment in battery Management Systems </a:t>
          </a:r>
        </a:p>
      </dsp:txBody>
      <dsp:txXfrm>
        <a:off x="2290519" y="4136800"/>
        <a:ext cx="8363059" cy="432914"/>
      </dsp:txXfrm>
    </dsp:sp>
    <dsp:sp modelId="{380F22E1-510C-0B4A-96B8-630294A1A83B}">
      <dsp:nvSpPr>
        <dsp:cNvPr id="0" name=""/>
        <dsp:cNvSpPr/>
      </dsp:nvSpPr>
      <dsp:spPr>
        <a:xfrm>
          <a:off x="2130715" y="4569714"/>
          <a:ext cx="852286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11E7468-748E-968C-2AFD-F5D0B089740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8B63A6-412A-8E50-D208-A660D7DE54D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E2A790-E4BA-C140-AC65-6BA4ED08A78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1A14E-AE3A-937A-FC62-1DADE67533C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D9E288-C928-79A0-65F8-F85E360699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E38B3D-7251-4244-B50B-041AE0A06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09580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46C1FF-F3F6-F14C-B571-3507341045E0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01348-8DC0-2A43-9D0D-DD6E323D8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08811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 everyone.</a:t>
            </a:r>
            <a:br>
              <a:rPr lang="en-US" dirty="0"/>
            </a:br>
            <a:r>
              <a:rPr lang="en-US" dirty="0"/>
              <a:t>Today, we are presenting our project on </a:t>
            </a:r>
            <a:r>
              <a:rPr lang="en-US" b="1" dirty="0"/>
              <a:t>Battery Degradation Prediction Using Machine Learning</a:t>
            </a:r>
            <a:r>
              <a:rPr lang="en-US" dirty="0"/>
              <a:t>.</a:t>
            </a:r>
          </a:p>
          <a:p>
            <a:r>
              <a:rPr lang="en-US" dirty="0"/>
              <a:t>This work focuses on understanding how batteries lose their performance over time and how we can predict this behavior using modern data-driven techniques.</a:t>
            </a:r>
          </a:p>
          <a:p>
            <a:r>
              <a:rPr lang="en-US" dirty="0"/>
              <a:t>I am Sarina Uke, and along with my team members, we will explain our approach, methodology, and key findings.</a:t>
            </a:r>
            <a:br>
              <a:rPr lang="en-US" dirty="0"/>
            </a:br>
            <a:r>
              <a:rPr lang="en-US" dirty="0"/>
              <a:t>Our goal is to show how machine learning can improve battery reliability and performance prediction.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93505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the overall structure of our presentation.</a:t>
            </a:r>
          </a:p>
          <a:p>
            <a:r>
              <a:rPr lang="en-US" dirty="0"/>
              <a:t>We will start with a basic introduction to batteries and the problem we are addressing.</a:t>
            </a:r>
            <a:br>
              <a:rPr lang="en-US" dirty="0"/>
            </a:br>
            <a:r>
              <a:rPr lang="en-US" dirty="0"/>
              <a:t>Then, we will discuss the objectives of our work and the fundamentals of battery degradation.</a:t>
            </a:r>
          </a:p>
          <a:p>
            <a:r>
              <a:rPr lang="en-US" dirty="0"/>
              <a:t>After that, we will explain our methodology, including data processing and machine learning models.</a:t>
            </a:r>
            <a:br>
              <a:rPr lang="en-US" dirty="0"/>
            </a:br>
            <a:r>
              <a:rPr lang="en-US" dirty="0"/>
              <a:t>Finally, we will present results, real-world applications, challenges, and conclude with future scope.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62795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Lithium-ion batteries play a very important role in today’s world.</a:t>
            </a:r>
            <a:br>
              <a:rPr lang="en-US" dirty="0"/>
            </a:br>
            <a:r>
              <a:rPr lang="en-US" dirty="0"/>
              <a:t>They are used in electric vehicles, mobile phones, laptops, renewable energy storage systems, and even medical devices.</a:t>
            </a:r>
          </a:p>
          <a:p>
            <a:r>
              <a:rPr lang="en-US" dirty="0"/>
              <a:t>Because of their high energy density and efficiency, they have become the backbone of modern technology.</a:t>
            </a:r>
          </a:p>
          <a:p>
            <a:r>
              <a:rPr lang="en-US" dirty="0"/>
              <a:t>However, one major issue is that batteries do not last forever.</a:t>
            </a:r>
            <a:br>
              <a:rPr lang="en-US" dirty="0"/>
            </a:br>
            <a:r>
              <a:rPr lang="en-US" dirty="0"/>
              <a:t>With time and usage, they gradually lose their capacity and ability to deliver power, which is known as battery degradation.</a:t>
            </a:r>
          </a:p>
          <a:p>
            <a:r>
              <a:rPr lang="en-US" b="1" dirty="0"/>
              <a:t>Predicting battery degradation is very important for several reasons.</a:t>
            </a:r>
          </a:p>
          <a:p>
            <a:r>
              <a:rPr lang="en-US" dirty="0"/>
              <a:t>First, it ensures safety, as degraded batteries can lead to overheating or failure.</a:t>
            </a:r>
            <a:br>
              <a:rPr lang="en-US" dirty="0"/>
            </a:br>
            <a:r>
              <a:rPr lang="en-US" dirty="0"/>
              <a:t>Second, it helps reduce costs by optimizing battery replacement and maintenance schedules.</a:t>
            </a:r>
            <a:br>
              <a:rPr lang="en-US" dirty="0"/>
            </a:br>
            <a:r>
              <a:rPr lang="en-US" dirty="0"/>
              <a:t>Third, it improves performance by enabling better battery management strategies.</a:t>
            </a:r>
          </a:p>
          <a:p>
            <a:r>
              <a:rPr lang="en-US" b="1" dirty="0"/>
              <a:t>Traditional physics-based models are often complex and computationally expensive.</a:t>
            </a:r>
            <a:br>
              <a:rPr lang="en-US" b="1" dirty="0"/>
            </a:br>
            <a:r>
              <a:rPr lang="en-US" dirty="0"/>
              <a:t>In contrast, machine learning models can learn patterns directly from data, making them faster, scalable, and often more accurate.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76459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Battery degradation is a highly complex and nonlinear process.</a:t>
            </a:r>
          </a:p>
          <a:p>
            <a:r>
              <a:rPr lang="en-US" dirty="0"/>
              <a:t>It depends on multiple factors such as temperature, charging and discharging rates, depth of discharge, and operating conditions.</a:t>
            </a:r>
            <a:br>
              <a:rPr lang="en-US" dirty="0"/>
            </a:br>
            <a:r>
              <a:rPr lang="en-US" dirty="0"/>
              <a:t>Different batteries degrade differently even under similar conditions, making prediction more challenging.</a:t>
            </a:r>
          </a:p>
          <a:p>
            <a:r>
              <a:rPr lang="en-US" dirty="0"/>
              <a:t>Traditional modeling approaches struggle to capture this complexity.</a:t>
            </a:r>
            <a:br>
              <a:rPr lang="en-US" dirty="0"/>
            </a:br>
            <a:r>
              <a:rPr lang="en-US" dirty="0"/>
              <a:t>Also, real-time monitoring of battery health is expensive and difficult.</a:t>
            </a:r>
          </a:p>
          <a:p>
            <a:r>
              <a:rPr lang="en-US" dirty="0"/>
              <a:t>Therefore, there is a strong need for accurate and reliable models that can predict battery health and lifetime effectively.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50889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main objective of our project is to predict how a battery degrades over time.</a:t>
            </a:r>
          </a:p>
          <a:p>
            <a:r>
              <a:rPr lang="en-US" dirty="0"/>
              <a:t>Specifically, we aim to estimate two important parameters:</a:t>
            </a:r>
            <a:br>
              <a:rPr lang="en-US" dirty="0"/>
            </a:br>
            <a:r>
              <a:rPr lang="en-US" dirty="0"/>
              <a:t>State of Health, which indicates the current condition of the battery, and</a:t>
            </a:r>
            <a:br>
              <a:rPr lang="en-US" dirty="0"/>
            </a:br>
            <a:r>
              <a:rPr lang="en-US" dirty="0"/>
              <a:t>Remaining Useful Life, which predicts how long the battery will last before failure.</a:t>
            </a:r>
          </a:p>
          <a:p>
            <a:r>
              <a:rPr lang="en-US" dirty="0"/>
              <a:t>We also aim to identify the key factors that influence degradation.</a:t>
            </a:r>
            <a:br>
              <a:rPr lang="en-US" dirty="0"/>
            </a:br>
            <a:r>
              <a:rPr lang="en-US" dirty="0"/>
              <a:t>Additionally, we compare different machine learning models to determine which gives the best prediction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40737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Battery degradation refers to the gradual and irreversible loss of battery performance over time.</a:t>
            </a:r>
          </a:p>
          <a:p>
            <a:r>
              <a:rPr lang="en-US" dirty="0"/>
              <a:t>This mainly includes capacity fade, which means reduced energy storage, and power fade, which means increased internal resistance.</a:t>
            </a:r>
          </a:p>
          <a:p>
            <a:r>
              <a:rPr lang="en-US" dirty="0"/>
              <a:t>There are two main types of aging:</a:t>
            </a:r>
            <a:br>
              <a:rPr lang="en-US" dirty="0"/>
            </a:br>
            <a:r>
              <a:rPr lang="en-US" dirty="0"/>
              <a:t>Calendar aging, which occurs when the battery is stored, and</a:t>
            </a:r>
            <a:br>
              <a:rPr lang="en-US" dirty="0"/>
            </a:br>
            <a:r>
              <a:rPr lang="en-US" dirty="0"/>
              <a:t>Cycle aging, which occurs during repeated charging and discharging.</a:t>
            </a:r>
          </a:p>
          <a:p>
            <a:r>
              <a:rPr lang="en-US" dirty="0"/>
              <a:t>Several internal mechanisms cause degradation, such as SEI layer growth, lithium plating, and loss of active material.</a:t>
            </a:r>
          </a:p>
          <a:p>
            <a:r>
              <a:rPr lang="en-US" dirty="0"/>
              <a:t>To measure battery health, we use indicators like State of Health (SOH) and Remaining Useful Life (RUL).</a:t>
            </a:r>
            <a:br>
              <a:rPr lang="en-US" dirty="0"/>
            </a:br>
            <a:r>
              <a:rPr lang="en-US" dirty="0"/>
              <a:t>These parameters are essential for predicting battery performance and ensuring reliable operation.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2549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FABE8-7067-2A49-A4FD-310D025389E2}" type="datetime1">
              <a:rPr lang="en-IN" smtClean="0"/>
              <a:t>22-04-2026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878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AD3CF-E4FB-4C41-AF57-EDAD0C33FB74}" type="datetime1">
              <a:rPr lang="en-IN" smtClean="0"/>
              <a:t>22-04-2026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208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202BF-D601-044F-9C05-FB900C7497E2}" type="datetime1">
              <a:rPr lang="en-IN" smtClean="0"/>
              <a:t>22-04-2026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39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17721-6BD4-3648-992C-A0B3C38C81B4}" type="datetime1">
              <a:rPr lang="en-IN" smtClean="0"/>
              <a:t>22-04-2026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947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F96A3-4BEC-4D4D-98DA-89D30B31BDED}" type="datetime1">
              <a:rPr lang="en-IN" smtClean="0"/>
              <a:t>22-04-2026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855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F1380-6EEB-C045-BFF3-F499519CE182}" type="datetime1">
              <a:rPr lang="en-IN" smtClean="0"/>
              <a:t>22-04-2026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697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674DE-7343-8047-BB0E-7354E481CC66}" type="datetime1">
              <a:rPr lang="en-IN" smtClean="0"/>
              <a:t>22-04-2026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713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BD877-7CD3-E740-9B5C-A10AF2C5553E}" type="datetime1">
              <a:rPr lang="en-IN" smtClean="0"/>
              <a:t>22-04-2026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986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23ECB-AC4F-AB4B-833D-0B6473AED846}" type="datetime1">
              <a:rPr lang="en-IN" smtClean="0"/>
              <a:t>22-04-2026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37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249D-CB0B-8848-9F4F-5E04A4D92DB4}" type="datetime1">
              <a:rPr lang="en-IN" smtClean="0"/>
              <a:t>22-04-2026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922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20522-D0C5-DF42-8D20-3D2FD333A40D}" type="datetime1">
              <a:rPr lang="en-IN" smtClean="0"/>
              <a:t>22-04-2026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084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33F94779-0EFD-BE40-A7BC-43C1B2853E27}" type="datetime1">
              <a:rPr lang="en-IN" smtClean="0"/>
              <a:t>22-04-2026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384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12" r:id="rId6"/>
    <p:sldLayoutId id="2147483807" r:id="rId7"/>
    <p:sldLayoutId id="2147483808" r:id="rId8"/>
    <p:sldLayoutId id="2147483809" r:id="rId9"/>
    <p:sldLayoutId id="2147483811" r:id="rId10"/>
    <p:sldLayoutId id="2147483810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12.sv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0DCF0D-DDD9-9F6D-967D-6B00D4DE91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92500" y="1444317"/>
            <a:ext cx="4361693" cy="15270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300" b="1" kern="1200">
                <a:solidFill>
                  <a:srgbClr val="2BB6B0"/>
                </a:solidFill>
                <a:latin typeface="+mj-lt"/>
                <a:ea typeface="+mj-ea"/>
                <a:cs typeface="+mj-cs"/>
              </a:rPr>
              <a:t>Battery Degradation Prediction Using Machine Learning</a:t>
            </a:r>
          </a:p>
        </p:txBody>
      </p:sp>
      <p:pic>
        <p:nvPicPr>
          <p:cNvPr id="26" name="Picture 25" descr="Multi-colour batteries">
            <a:extLst>
              <a:ext uri="{FF2B5EF4-FFF2-40B4-BE49-F238E27FC236}">
                <a16:creationId xmlns:a16="http://schemas.microsoft.com/office/drawing/2014/main" id="{B206507B-B1F3-96E5-B6F9-E2C19E3C74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066" r="11900" b="-1"/>
          <a:stretch>
            <a:fillRect/>
          </a:stretch>
        </p:blipFill>
        <p:spPr>
          <a:xfrm>
            <a:off x="0" y="-30194"/>
            <a:ext cx="6290918" cy="6888194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3995F727-E72B-5D35-9AE0-E74E01095B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92501" y="4383169"/>
            <a:ext cx="4361693" cy="4096514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pPr algn="l"/>
            <a:r>
              <a:rPr lang="en-US" b="1" i="1">
                <a:solidFill>
                  <a:schemeClr val="tx1">
                    <a:lumMod val="75000"/>
                    <a:lumOff val="25000"/>
                  </a:schemeClr>
                </a:solidFill>
                <a:ea typeface="Grantha Sangam MN" pitchFamily="2" charset="0"/>
                <a:cs typeface="Times New Roman" panose="02020603050405020304" pitchFamily="18" charset="0"/>
              </a:rPr>
              <a:t>PRESENTED BY: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b="1" i="1">
                <a:solidFill>
                  <a:srgbClr val="FF0000"/>
                </a:solidFill>
                <a:ea typeface="Grantha Sangam MN" pitchFamily="2" charset="0"/>
                <a:cs typeface="Times New Roman"/>
              </a:rPr>
              <a:t>SARINA UKE(2025ESZ7554)</a:t>
            </a:r>
            <a:endParaRPr lang="en-US" b="1" i="1">
              <a:solidFill>
                <a:srgbClr val="FF0000"/>
              </a:solidFill>
              <a:ea typeface="Grantha Sangam MN" pitchFamily="2" charset="0"/>
              <a:cs typeface="Times New Roman" panose="02020603050405020304" pitchFamily="18" charset="0"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b="1" i="1">
                <a:solidFill>
                  <a:srgbClr val="FF0000"/>
                </a:solidFill>
                <a:ea typeface="Grantha Sangam MN" pitchFamily="2" charset="0"/>
                <a:cs typeface="Times New Roman"/>
              </a:rPr>
              <a:t>ZEEL CHAUDHARI(2025ESY7614)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b="1" i="1">
                <a:solidFill>
                  <a:srgbClr val="FF0000"/>
                </a:solidFill>
                <a:ea typeface="Grantha Sangam MN" pitchFamily="2" charset="0"/>
                <a:cs typeface="Times New Roman"/>
              </a:rPr>
              <a:t>MOHD SUBHAN(2025ESZ8405)</a:t>
            </a:r>
            <a:endParaRPr lang="en-US" b="1" i="1">
              <a:solidFill>
                <a:srgbClr val="FF0000"/>
              </a:solidFill>
              <a:ea typeface="Grantha Sangam MN" pitchFamily="2" charset="0"/>
              <a:cs typeface="Times New Roman" panose="02020603050405020304" pitchFamily="18" charset="0"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b="1" i="1">
                <a:solidFill>
                  <a:srgbClr val="FF0000"/>
                </a:solidFill>
                <a:ea typeface="Grantha Sangam MN" pitchFamily="2" charset="0"/>
                <a:cs typeface="Times New Roman"/>
              </a:rPr>
              <a:t>RON LOCKER(2025ESR2915)</a:t>
            </a:r>
            <a:endParaRPr lang="en-US" b="1" i="1">
              <a:solidFill>
                <a:srgbClr val="FF0000"/>
              </a:solidFill>
              <a:ea typeface="Grantha Sangam MN" pitchFamily="2" charset="0"/>
              <a:cs typeface="Times New Roman" panose="02020603050405020304" pitchFamily="18" charset="0"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i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Grantha Sangam MN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45B93F-D98D-C55D-5E2A-5CE8AC64058B}"/>
              </a:ext>
            </a:extLst>
          </p:cNvPr>
          <p:cNvSpPr txBox="1"/>
          <p:nvPr/>
        </p:nvSpPr>
        <p:spPr>
          <a:xfrm>
            <a:off x="6792500" y="3459042"/>
            <a:ext cx="26529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tx1">
                    <a:lumMod val="85000"/>
                    <a:lumOff val="15000"/>
                  </a:schemeClr>
                </a:solidFill>
              </a:rPr>
              <a:t>Battery storage</a:t>
            </a:r>
          </a:p>
          <a:p>
            <a:r>
              <a:rPr lang="en-US" b="1">
                <a:solidFill>
                  <a:schemeClr val="tx1">
                    <a:lumMod val="85000"/>
                    <a:lumOff val="15000"/>
                  </a:schemeClr>
                </a:solidFill>
              </a:rPr>
              <a:t>ESL 7673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464B65-A934-290D-C6C4-0F9E6CAF1A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6575" y="0"/>
            <a:ext cx="1397000" cy="139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331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F79FA-B5EA-59E1-0CBF-769133FB0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1"/>
            <a:ext cx="10653578" cy="574766"/>
          </a:xfrm>
          <a:prstGeom prst="roundRect">
            <a:avLst/>
          </a:prstGeom>
          <a:solidFill>
            <a:srgbClr val="2BB6B0"/>
          </a:solidFill>
        </p:spPr>
        <p:txBody>
          <a:bodyPr>
            <a:normAutofit fontScale="90000"/>
          </a:bodyPr>
          <a:lstStyle/>
          <a:p>
            <a:r>
              <a:rPr lang="en-US"/>
              <a:t>TABLE OF CONTENT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6B20E89-5B57-4BF4-6CC4-B1049A05F6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4489462"/>
              </p:ext>
            </p:extLst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60255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09D3C-C2B2-B01B-2BF3-E3D2F7C39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549563"/>
          </a:xfrm>
          <a:prstGeom prst="roundRect">
            <a:avLst/>
          </a:prstGeom>
          <a:solidFill>
            <a:srgbClr val="2BB6B0"/>
          </a:solidFill>
        </p:spPr>
        <p:txBody>
          <a:bodyPr>
            <a:normAutofit fontScale="90000"/>
          </a:bodyPr>
          <a:lstStyle/>
          <a:p>
            <a:r>
              <a:rPr lang="en-IN"/>
              <a:t>Introduction</a:t>
            </a:r>
            <a:br>
              <a:rPr lang="en-IN">
                <a:solidFill>
                  <a:schemeClr val="accent1">
                    <a:lumMod val="75000"/>
                  </a:schemeClr>
                </a:solidFill>
              </a:rPr>
            </a:br>
            <a:endParaRPr 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D3A8BB-0794-ECB2-B85F-5BB70A5ECC38}"/>
              </a:ext>
            </a:extLst>
          </p:cNvPr>
          <p:cNvSpPr txBox="1"/>
          <p:nvPr/>
        </p:nvSpPr>
        <p:spPr>
          <a:xfrm>
            <a:off x="612647" y="1241845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800" b="1">
                <a:solidFill>
                  <a:srgbClr val="13B4B3"/>
                </a:solidFill>
              </a:rPr>
              <a:t>Lithium-ion Batteries in Modern Technology</a:t>
            </a:r>
            <a:endParaRPr lang="en-IN" sz="1800">
              <a:solidFill>
                <a:srgbClr val="13B4B3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CB7FA-5D1D-265F-C650-6C35EB3CB447}"/>
              </a:ext>
            </a:extLst>
          </p:cNvPr>
          <p:cNvSpPr>
            <a:spLocks noGrp="1"/>
          </p:cNvSpPr>
          <p:nvPr>
            <p:ph idx="1"/>
          </p:nvPr>
        </p:nvSpPr>
        <p:spPr>
          <a:pattFill prst="pct5">
            <a:fgClr>
              <a:schemeClr val="bg1"/>
            </a:fgClr>
            <a:bgClr>
              <a:schemeClr val="bg1"/>
            </a:bgClr>
          </a:pattFill>
          <a:ln w="19050">
            <a:solidFill>
              <a:srgbClr val="13B4B3"/>
            </a:solidFill>
          </a:ln>
          <a:effectLst>
            <a:softEdge rad="0"/>
          </a:effectLst>
        </p:spPr>
        <p:txBody>
          <a:bodyPr numCol="2">
            <a:normAutofit/>
          </a:bodyPr>
          <a:lstStyle/>
          <a:p>
            <a:pPr lvl="0">
              <a:buClr>
                <a:srgbClr val="13B4B3"/>
              </a:buClr>
              <a:buFont typeface="Wingdings" pitchFamily="2" charset="2"/>
              <a:buChar char="Ø"/>
            </a:pPr>
            <a:r>
              <a:rPr lang="en-IN" sz="1600"/>
              <a:t>Backbone of modern technology</a:t>
            </a:r>
          </a:p>
          <a:p>
            <a:pPr lvl="0">
              <a:buClr>
                <a:srgbClr val="13B4B3"/>
              </a:buClr>
              <a:buFont typeface="Wingdings" pitchFamily="2" charset="2"/>
              <a:buChar char="Ø"/>
            </a:pPr>
            <a:r>
              <a:rPr lang="en-IN" sz="1600"/>
              <a:t>Widely used in:</a:t>
            </a:r>
          </a:p>
          <a:p>
            <a:pPr lvl="1">
              <a:buClr>
                <a:srgbClr val="13B4B3"/>
              </a:buClr>
            </a:pPr>
            <a:r>
              <a:rPr lang="en-IN" sz="1600"/>
              <a:t>Electric Vehicles (EVs)</a:t>
            </a:r>
          </a:p>
          <a:p>
            <a:pPr lvl="1">
              <a:buClr>
                <a:srgbClr val="13B4B3"/>
              </a:buClr>
            </a:pPr>
            <a:r>
              <a:rPr lang="en-IN" sz="1600"/>
              <a:t>Consumer Electronics</a:t>
            </a:r>
          </a:p>
          <a:p>
            <a:pPr lvl="1">
              <a:buClr>
                <a:srgbClr val="13B4B3"/>
              </a:buClr>
            </a:pPr>
            <a:r>
              <a:rPr lang="en-IN" sz="1600"/>
              <a:t>Renewable Energy Storage Systems</a:t>
            </a:r>
          </a:p>
          <a:p>
            <a:pPr lvl="1">
              <a:buClr>
                <a:srgbClr val="13B4B3"/>
              </a:buClr>
            </a:pPr>
            <a:r>
              <a:rPr lang="en-IN" sz="1600"/>
              <a:t>Aerospace &amp; Medical Devices</a:t>
            </a:r>
          </a:p>
          <a:p>
            <a:pPr lvl="0">
              <a:buClr>
                <a:srgbClr val="13B4B3"/>
              </a:buClr>
              <a:buFont typeface="Wingdings" pitchFamily="2" charset="2"/>
              <a:buChar char="Ø"/>
            </a:pPr>
            <a:r>
              <a:rPr lang="en-IN" sz="1600"/>
              <a:t>Over time, batteries degrade:</a:t>
            </a:r>
          </a:p>
          <a:p>
            <a:pPr lvl="1">
              <a:buClr>
                <a:srgbClr val="13B4B3"/>
              </a:buClr>
            </a:pPr>
            <a:r>
              <a:rPr lang="en-IN" sz="1600"/>
              <a:t>Loss of capacity</a:t>
            </a:r>
          </a:p>
          <a:p>
            <a:pPr lvl="1">
              <a:buClr>
                <a:srgbClr val="13B4B3"/>
              </a:buClr>
            </a:pPr>
            <a:r>
              <a:rPr lang="en-IN" sz="1600"/>
              <a:t>Reduced power output</a:t>
            </a:r>
          </a:p>
          <a:p>
            <a:pPr lvl="1"/>
            <a:endParaRPr lang="en-IN" sz="1600"/>
          </a:p>
          <a:p>
            <a:pPr lvl="1"/>
            <a:endParaRPr lang="en-IN" sz="1600"/>
          </a:p>
          <a:p>
            <a:pPr lvl="1"/>
            <a:endParaRPr lang="en-IN" sz="1600"/>
          </a:p>
          <a:p>
            <a:pPr lvl="0">
              <a:buClr>
                <a:srgbClr val="13B4B3"/>
              </a:buClr>
              <a:buFont typeface="Wingdings" pitchFamily="2" charset="2"/>
              <a:buChar char="Ø"/>
            </a:pPr>
            <a:r>
              <a:rPr lang="en-IN" sz="1600"/>
              <a:t>Predicting degradation is important for:</a:t>
            </a:r>
          </a:p>
          <a:p>
            <a:pPr lvl="1">
              <a:buClr>
                <a:srgbClr val="13B4B3"/>
              </a:buClr>
            </a:pPr>
            <a:r>
              <a:rPr lang="en-IN" sz="1600"/>
              <a:t>Safety</a:t>
            </a:r>
          </a:p>
          <a:p>
            <a:pPr lvl="1">
              <a:buClr>
                <a:srgbClr val="13B4B3"/>
              </a:buClr>
            </a:pPr>
            <a:r>
              <a:rPr lang="en-IN" sz="1600"/>
              <a:t>Cost optimization</a:t>
            </a:r>
          </a:p>
          <a:p>
            <a:pPr lvl="1">
              <a:buClr>
                <a:srgbClr val="13B4B3"/>
              </a:buClr>
            </a:pPr>
            <a:r>
              <a:rPr lang="en-IN" sz="1600"/>
              <a:t>Performance management</a:t>
            </a:r>
          </a:p>
          <a:p>
            <a:pPr lvl="1">
              <a:buClr>
                <a:srgbClr val="13B4B3"/>
              </a:buClr>
            </a:pPr>
            <a:r>
              <a:rPr lang="en-IN" sz="1600"/>
              <a:t>Sustainability</a:t>
            </a:r>
          </a:p>
          <a:p>
            <a:pPr lvl="0">
              <a:buClr>
                <a:srgbClr val="13B4B3"/>
              </a:buClr>
              <a:buFont typeface="Wingdings" pitchFamily="2" charset="2"/>
              <a:buChar char="Ø"/>
            </a:pPr>
            <a:r>
              <a:rPr lang="en-IN" sz="1600"/>
              <a:t>Traditional models are complex and computationally expensive</a:t>
            </a:r>
          </a:p>
          <a:p>
            <a:pPr lvl="0">
              <a:buClr>
                <a:srgbClr val="13B4B3"/>
              </a:buClr>
              <a:buFont typeface="Wingdings" pitchFamily="2" charset="2"/>
              <a:buChar char="Ø"/>
            </a:pPr>
            <a:r>
              <a:rPr lang="en-IN" sz="1600"/>
              <a:t>Machine Learning provides:</a:t>
            </a:r>
          </a:p>
          <a:p>
            <a:pPr lvl="1">
              <a:buClr>
                <a:srgbClr val="13B4B3"/>
              </a:buClr>
            </a:pPr>
            <a:r>
              <a:rPr lang="en-IN" sz="1600"/>
              <a:t>Data-driven</a:t>
            </a:r>
          </a:p>
          <a:p>
            <a:pPr lvl="1">
              <a:buClr>
                <a:srgbClr val="13B4B3"/>
              </a:buClr>
            </a:pPr>
            <a:r>
              <a:rPr lang="en-IN" sz="1600"/>
              <a:t>Accurate</a:t>
            </a:r>
          </a:p>
          <a:p>
            <a:pPr lvl="1">
              <a:buClr>
                <a:srgbClr val="13B4B3"/>
              </a:buClr>
            </a:pPr>
            <a:r>
              <a:rPr lang="en-IN" sz="1600"/>
              <a:t>Scalable solutions</a:t>
            </a:r>
          </a:p>
        </p:txBody>
      </p:sp>
    </p:spTree>
    <p:extLst>
      <p:ext uri="{BB962C8B-B14F-4D97-AF65-F5344CB8AC3E}">
        <p14:creationId xmlns:p14="http://schemas.microsoft.com/office/powerpoint/2010/main" val="1159469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74877-DE74-2E62-F496-D71BBFEA6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6819"/>
            <a:ext cx="10752038" cy="529021"/>
          </a:xfrm>
          <a:prstGeom prst="roundRect">
            <a:avLst/>
          </a:prstGeom>
          <a:solidFill>
            <a:srgbClr val="2BB6B0"/>
          </a:solidFill>
          <a:effectLst>
            <a:softEdge rad="0"/>
          </a:effectLst>
        </p:spPr>
        <p:txBody>
          <a:bodyPr>
            <a:normAutofit fontScale="90000"/>
          </a:bodyPr>
          <a:lstStyle/>
          <a:p>
            <a:r>
              <a:rPr lang="en-US"/>
              <a:t>Problem statement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16B71E-4D6E-73AF-489A-D48053256A45}"/>
              </a:ext>
            </a:extLst>
          </p:cNvPr>
          <p:cNvSpPr txBox="1"/>
          <p:nvPr/>
        </p:nvSpPr>
        <p:spPr>
          <a:xfrm>
            <a:off x="612647" y="124320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13B4B3"/>
                </a:solidFill>
              </a:rPr>
              <a:t>Battery degradation: A complex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C86B7-A8B1-F33F-CAC8-AEE23019ECA3}"/>
              </a:ext>
            </a:extLst>
          </p:cNvPr>
          <p:cNvSpPr>
            <a:spLocks noGrp="1"/>
          </p:cNvSpPr>
          <p:nvPr>
            <p:ph idx="1"/>
          </p:nvPr>
        </p:nvSpPr>
        <p:spPr>
          <a:ln w="19050">
            <a:solidFill>
              <a:srgbClr val="13B4B3"/>
            </a:solidFill>
          </a:ln>
        </p:spPr>
        <p:txBody>
          <a:bodyPr numCol="2">
            <a:normAutofit/>
          </a:bodyPr>
          <a:lstStyle/>
          <a:p>
            <a:pPr lvl="0">
              <a:buClr>
                <a:srgbClr val="13B4B3"/>
              </a:buClr>
              <a:buFont typeface="Wingdings" pitchFamily="2" charset="2"/>
              <a:buChar char="Ø"/>
            </a:pPr>
            <a:r>
              <a:rPr lang="en-US" sz="1600"/>
              <a:t>Battery aging is non-linear and complex</a:t>
            </a:r>
            <a:endParaRPr lang="en-IN" sz="1600"/>
          </a:p>
          <a:p>
            <a:pPr lvl="0">
              <a:buClr>
                <a:srgbClr val="13B4B3"/>
              </a:buClr>
              <a:buFont typeface="Wingdings" pitchFamily="2" charset="2"/>
              <a:buChar char="Ø"/>
            </a:pPr>
            <a:r>
              <a:rPr lang="en-US" sz="1600"/>
              <a:t>Influenced by multiple factors:</a:t>
            </a:r>
            <a:endParaRPr lang="en-IN" sz="1600"/>
          </a:p>
          <a:p>
            <a:pPr lvl="1">
              <a:buClr>
                <a:srgbClr val="13B4B3"/>
              </a:buClr>
            </a:pPr>
            <a:r>
              <a:rPr lang="en-US" sz="1600"/>
              <a:t>Temperature</a:t>
            </a:r>
            <a:endParaRPr lang="en-IN" sz="1600"/>
          </a:p>
          <a:p>
            <a:pPr lvl="1">
              <a:buClr>
                <a:srgbClr val="13B4B3"/>
              </a:buClr>
            </a:pPr>
            <a:r>
              <a:rPr lang="en-US" sz="1600"/>
              <a:t>Charge/discharge rate</a:t>
            </a:r>
            <a:endParaRPr lang="en-IN" sz="1600"/>
          </a:p>
          <a:p>
            <a:pPr lvl="1">
              <a:buClr>
                <a:srgbClr val="13B4B3"/>
              </a:buClr>
            </a:pPr>
            <a:r>
              <a:rPr lang="en-US" sz="1600"/>
              <a:t>Depth of discharge</a:t>
            </a:r>
            <a:endParaRPr lang="en-IN" sz="1600"/>
          </a:p>
          <a:p>
            <a:pPr lvl="1">
              <a:buClr>
                <a:srgbClr val="13B4B3"/>
              </a:buClr>
            </a:pPr>
            <a:r>
              <a:rPr lang="en-US" sz="1600"/>
              <a:t>Cycling conditions</a:t>
            </a:r>
            <a:endParaRPr lang="en-IN" sz="1600"/>
          </a:p>
          <a:p>
            <a:pPr lvl="0">
              <a:buClr>
                <a:srgbClr val="13B4B3"/>
              </a:buClr>
              <a:buFont typeface="Wingdings" pitchFamily="2" charset="2"/>
              <a:buChar char="Ø"/>
            </a:pPr>
            <a:r>
              <a:rPr lang="en-US" sz="1600"/>
              <a:t>Current challenges:</a:t>
            </a:r>
            <a:endParaRPr lang="en-IN" sz="1600"/>
          </a:p>
          <a:p>
            <a:pPr lvl="1">
              <a:buClr>
                <a:srgbClr val="13B4B3"/>
              </a:buClr>
            </a:pPr>
            <a:r>
              <a:rPr lang="en-US" sz="1600"/>
              <a:t>Difficult to model using traditional methods</a:t>
            </a:r>
            <a:endParaRPr lang="en-IN" sz="1600"/>
          </a:p>
          <a:p>
            <a:pPr lvl="1">
              <a:buClr>
                <a:srgbClr val="13B4B3"/>
              </a:buClr>
            </a:pPr>
            <a:r>
              <a:rPr lang="en-US" sz="1600"/>
              <a:t>Degradation varies across batteries</a:t>
            </a:r>
            <a:endParaRPr lang="en-IN" sz="1600"/>
          </a:p>
          <a:p>
            <a:pPr lvl="1">
              <a:buClr>
                <a:srgbClr val="13B4B3"/>
              </a:buClr>
            </a:pPr>
            <a:r>
              <a:rPr lang="en-US" sz="1600"/>
              <a:t>Real-time monitoring is expensive</a:t>
            </a:r>
            <a:endParaRPr lang="en-IN" sz="1600"/>
          </a:p>
          <a:p>
            <a:pPr lvl="1">
              <a:buClr>
                <a:srgbClr val="13B4B3"/>
              </a:buClr>
            </a:pPr>
            <a:r>
              <a:rPr lang="en-US" sz="1600"/>
              <a:t>Early failure to prediction is difficult</a:t>
            </a:r>
          </a:p>
          <a:p>
            <a:pPr lvl="1">
              <a:buClr>
                <a:srgbClr val="13B4B3"/>
              </a:buClr>
            </a:pPr>
            <a:endParaRPr lang="en-IN" sz="1600"/>
          </a:p>
          <a:p>
            <a:pPr lvl="0">
              <a:buClr>
                <a:srgbClr val="13B4B3"/>
              </a:buClr>
              <a:buFont typeface="Wingdings" pitchFamily="2" charset="2"/>
              <a:buChar char="Ø"/>
            </a:pPr>
            <a:r>
              <a:rPr lang="en-US" sz="1600"/>
              <a:t>Need:</a:t>
            </a:r>
            <a:endParaRPr lang="en-IN" sz="1600"/>
          </a:p>
          <a:p>
            <a:pPr lvl="1">
              <a:buClr>
                <a:srgbClr val="13B4B3"/>
              </a:buClr>
            </a:pPr>
            <a:r>
              <a:rPr lang="en-US" sz="1600"/>
              <a:t>Accurate and generalizable prediction model</a:t>
            </a:r>
            <a:endParaRPr lang="en-IN" sz="1600"/>
          </a:p>
          <a:p>
            <a:pPr lvl="1">
              <a:buClr>
                <a:srgbClr val="13B4B3"/>
              </a:buClr>
            </a:pPr>
            <a:r>
              <a:rPr lang="en-US" sz="1600"/>
              <a:t>Estimation of:</a:t>
            </a:r>
            <a:endParaRPr lang="en-IN" sz="1600"/>
          </a:p>
          <a:p>
            <a:pPr lvl="2">
              <a:buClr>
                <a:srgbClr val="13B4B3"/>
              </a:buClr>
            </a:pPr>
            <a:r>
              <a:rPr lang="en-US"/>
              <a:t>State of health (SOH)</a:t>
            </a:r>
            <a:endParaRPr lang="en-IN"/>
          </a:p>
          <a:p>
            <a:pPr lvl="2">
              <a:buClr>
                <a:srgbClr val="13B4B3"/>
              </a:buClr>
            </a:pPr>
            <a:r>
              <a:rPr lang="en-US"/>
              <a:t>Remaining useful life(RUL)</a:t>
            </a:r>
            <a:endParaRPr lang="en-IN"/>
          </a:p>
          <a:p>
            <a:pPr lvl="1">
              <a:buClr>
                <a:srgbClr val="13B4B3"/>
              </a:buClr>
              <a:buFont typeface="Wingdings" pitchFamily="2" charset="2"/>
              <a:buChar char="Ø"/>
            </a:pPr>
            <a:r>
              <a:rPr lang="en-US" sz="1600"/>
              <a:t>Use of Machine Learning approaches</a:t>
            </a:r>
            <a:endParaRPr lang="en-IN" sz="1600"/>
          </a:p>
        </p:txBody>
      </p:sp>
    </p:spTree>
    <p:extLst>
      <p:ext uri="{BB962C8B-B14F-4D97-AF65-F5344CB8AC3E}">
        <p14:creationId xmlns:p14="http://schemas.microsoft.com/office/powerpoint/2010/main" val="1636067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D34A7-51B2-7B3E-F696-FE03CB752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99"/>
            <a:ext cx="9782050" cy="562950"/>
          </a:xfrm>
          <a:prstGeom prst="roundRect">
            <a:avLst/>
          </a:prstGeom>
          <a:solidFill>
            <a:srgbClr val="2BB6B0"/>
          </a:solidFill>
        </p:spPr>
        <p:txBody>
          <a:bodyPr anchor="b">
            <a:normAutofit fontScale="90000"/>
          </a:bodyPr>
          <a:lstStyle/>
          <a:p>
            <a:r>
              <a:rPr lang="en-US"/>
              <a:t>Objective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307B546-E102-D76B-3398-5C89304D78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2003472"/>
              </p:ext>
            </p:extLst>
          </p:nvPr>
        </p:nvGraphicFramePr>
        <p:xfrm>
          <a:off x="819798" y="1111649"/>
          <a:ext cx="10862127" cy="50290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Graphic 6" descr="Empty Battery">
            <a:extLst>
              <a:ext uri="{FF2B5EF4-FFF2-40B4-BE49-F238E27FC236}">
                <a16:creationId xmlns:a16="http://schemas.microsoft.com/office/drawing/2014/main" id="{484F3589-6FCD-D478-0D04-BF6CBF4F27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13595" y="229024"/>
            <a:ext cx="1194936" cy="11949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86A98A-19CA-9CF1-9B9B-DEA55E7447B9}"/>
              </a:ext>
            </a:extLst>
          </p:cNvPr>
          <p:cNvSpPr txBox="1"/>
          <p:nvPr/>
        </p:nvSpPr>
        <p:spPr>
          <a:xfrm>
            <a:off x="10813595" y="15676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002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23E54-CC4B-C158-104A-E7C1123FD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01820" cy="649095"/>
          </a:xfrm>
          <a:prstGeom prst="roundRect">
            <a:avLst/>
          </a:prstGeom>
          <a:solidFill>
            <a:srgbClr val="2BB6B0"/>
          </a:solidFill>
          <a:effectLst>
            <a:softEdge rad="0"/>
          </a:effectLst>
        </p:spPr>
        <p:txBody>
          <a:bodyPr>
            <a:normAutofit/>
          </a:bodyPr>
          <a:lstStyle/>
          <a:p>
            <a:r>
              <a:rPr lang="en-US" sz="3200"/>
              <a:t>Battery degradation fundamentals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5D1CB54-BC0B-86CF-AEDC-858050AC9C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8235084"/>
              </p:ext>
            </p:extLst>
          </p:nvPr>
        </p:nvGraphicFramePr>
        <p:xfrm>
          <a:off x="612648" y="1543705"/>
          <a:ext cx="10942957" cy="47656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04932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C5124-E146-3059-798F-D1C6E764E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548640"/>
            <a:ext cx="10653580" cy="597580"/>
          </a:xfrm>
          <a:prstGeom prst="roundRect">
            <a:avLst/>
          </a:prstGeom>
          <a:solidFill>
            <a:srgbClr val="2BB6B0"/>
          </a:solidFill>
        </p:spPr>
        <p:txBody>
          <a:bodyPr>
            <a:normAutofit fontScale="90000"/>
          </a:bodyPr>
          <a:lstStyle/>
          <a:p>
            <a:r>
              <a:rPr lang="en-US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03204-C5F2-8E43-5932-7557E48E5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653578" cy="2068899"/>
          </a:xfrm>
          <a:gradFill>
            <a:gsLst>
              <a:gs pos="0">
                <a:schemeClr val="accent1">
                  <a:hueOff val="0"/>
                  <a:satOff val="0"/>
                  <a:lumOff val="0"/>
                  <a:alphaOff val="0"/>
                  <a:lumMod val="110000"/>
                  <a:satMod val="105000"/>
                  <a:tint val="67000"/>
                </a:schemeClr>
              </a:gs>
              <a:gs pos="50000">
                <a:schemeClr val="accent1">
                  <a:hueOff val="0"/>
                  <a:satOff val="0"/>
                  <a:lumOff val="0"/>
                  <a:alphaOff val="0"/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hueOff val="0"/>
                  <a:satOff val="0"/>
                  <a:lumOff val="0"/>
                  <a:alphaOff val="0"/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</p:spPr>
        <p:txBody>
          <a:bodyPr numCol="2">
            <a:noAutofit/>
          </a:bodyPr>
          <a:lstStyle/>
          <a:p>
            <a:pPr>
              <a:buFont typeface="+mj-lt"/>
              <a:buAutoNum type="arabicPeriod"/>
            </a:pPr>
            <a:r>
              <a:rPr lang="en-US" sz="1400" b="1">
                <a:solidFill>
                  <a:schemeClr val="tx1">
                    <a:lumMod val="85000"/>
                    <a:lumOff val="15000"/>
                  </a:schemeClr>
                </a:solidFill>
              </a:rPr>
              <a:t>NASA battery dataset (</a:t>
            </a:r>
            <a:r>
              <a:rPr lang="en-US" sz="1400" b="1" err="1">
                <a:solidFill>
                  <a:schemeClr val="tx1">
                    <a:lumMod val="85000"/>
                    <a:lumOff val="15000"/>
                  </a:schemeClr>
                </a:solidFill>
              </a:rPr>
              <a:t>PCoE</a:t>
            </a:r>
            <a:r>
              <a:rPr lang="en-US" sz="1400" b="1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34 Li-ion cells (18650)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Charge, discharge, impedance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Run to failure experiments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Ambient temperature: 24C, 43C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~170 cycles per cell</a:t>
            </a:r>
          </a:p>
          <a:p>
            <a:pPr>
              <a:buFont typeface="+mj-lt"/>
              <a:buAutoNum type="arabicPeriod"/>
            </a:pPr>
            <a:r>
              <a:rPr lang="en-US" sz="1400" b="1">
                <a:solidFill>
                  <a:schemeClr val="tx1">
                    <a:lumMod val="85000"/>
                    <a:lumOff val="15000"/>
                  </a:schemeClr>
                </a:solidFill>
              </a:rPr>
              <a:t>CALCE battery dataset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CS2 series cell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Multiple cycling profiles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500+ cycles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EDF44FC4-B195-4281-1CFC-14F3422483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0602346"/>
              </p:ext>
            </p:extLst>
          </p:nvPr>
        </p:nvGraphicFramePr>
        <p:xfrm>
          <a:off x="612646" y="4153764"/>
          <a:ext cx="10480469" cy="21375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3726906-7055-93C3-9F42-CC4038F6952E}"/>
              </a:ext>
            </a:extLst>
          </p:cNvPr>
          <p:cNvSpPr txBox="1"/>
          <p:nvPr/>
        </p:nvSpPr>
        <p:spPr>
          <a:xfrm>
            <a:off x="612646" y="3888258"/>
            <a:ext cx="30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Data structure:</a:t>
            </a:r>
          </a:p>
        </p:txBody>
      </p:sp>
    </p:spTree>
    <p:extLst>
      <p:ext uri="{BB962C8B-B14F-4D97-AF65-F5344CB8AC3E}">
        <p14:creationId xmlns:p14="http://schemas.microsoft.com/office/powerpoint/2010/main" val="910310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A9007-47CF-9C2D-5C0D-D110B3B68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186" y="548640"/>
            <a:ext cx="10648040" cy="584701"/>
          </a:xfrm>
          <a:prstGeom prst="roundRect">
            <a:avLst/>
          </a:prstGeom>
          <a:solidFill>
            <a:srgbClr val="2BB6B0"/>
          </a:solidFill>
        </p:spPr>
        <p:txBody>
          <a:bodyPr>
            <a:normAutofit fontScale="90000"/>
          </a:bodyPr>
          <a:lstStyle/>
          <a:p>
            <a:r>
              <a:rPr lang="en-US"/>
              <a:t>Methodology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F046FC-2025-A772-B3EA-3F00EA97D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617281"/>
            <a:ext cx="10653579" cy="4593828"/>
          </a:xfrm>
          <a:ln w="19050">
            <a:solidFill>
              <a:srgbClr val="13B4B3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sz="1800"/>
              <a:t>Workflow:</a:t>
            </a:r>
          </a:p>
          <a:p>
            <a:pPr marL="342900" indent="-342900">
              <a:buClr>
                <a:srgbClr val="13B4B3"/>
              </a:buClr>
              <a:buFont typeface="+mj-lt"/>
              <a:buAutoNum type="arabicPeriod"/>
            </a:pPr>
            <a:r>
              <a:rPr lang="en-US" sz="1800"/>
              <a:t>Data collection: battery cycling datasets used for analysis</a:t>
            </a:r>
          </a:p>
          <a:p>
            <a:pPr marL="342900" indent="-342900">
              <a:buClr>
                <a:srgbClr val="13B4B3"/>
              </a:buClr>
              <a:buFont typeface="+mj-lt"/>
              <a:buAutoNum type="arabicPeriod"/>
            </a:pPr>
            <a:r>
              <a:rPr lang="en-US" sz="1800"/>
              <a:t>Data preprocessing: includes preprocessing and feature engineering</a:t>
            </a:r>
          </a:p>
          <a:p>
            <a:pPr marL="342900" indent="-342900">
              <a:buClr>
                <a:srgbClr val="13B4B3"/>
              </a:buClr>
              <a:buFont typeface="+mj-lt"/>
              <a:buAutoNum type="arabicPeriod"/>
            </a:pPr>
            <a:r>
              <a:rPr lang="en-US" sz="1800"/>
              <a:t>Model development: application of ML models (Regression, LSTM, SVM)</a:t>
            </a:r>
          </a:p>
          <a:p>
            <a:pPr marL="342900" indent="-342900">
              <a:buClr>
                <a:srgbClr val="13B4B3"/>
              </a:buClr>
              <a:buFont typeface="+mj-lt"/>
              <a:buAutoNum type="arabicPeriod"/>
            </a:pPr>
            <a:r>
              <a:rPr lang="en-US" sz="1800"/>
              <a:t>Model evaluation: performance comparison using standard metrics</a:t>
            </a:r>
          </a:p>
          <a:p>
            <a:pPr marL="342900" indent="-342900">
              <a:buClr>
                <a:srgbClr val="13B4B3"/>
              </a:buClr>
              <a:buFont typeface="+mj-lt"/>
              <a:buAutoNum type="arabicPeriod"/>
            </a:pPr>
            <a:r>
              <a:rPr lang="en-US" sz="1800"/>
              <a:t>Prediction: estimation of SOH&amp; RUL </a:t>
            </a:r>
          </a:p>
          <a:p>
            <a:endParaRPr lang="en-US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D0257F8B-3E09-15C4-A61A-56F6706D06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1941894"/>
              </p:ext>
            </p:extLst>
          </p:nvPr>
        </p:nvGraphicFramePr>
        <p:xfrm>
          <a:off x="6792687" y="3014506"/>
          <a:ext cx="4889240" cy="3076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6812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0F84B-DA0F-150F-A939-0B037B20F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48640"/>
            <a:ext cx="10653579" cy="674853"/>
          </a:xfrm>
          <a:prstGeom prst="roundRect">
            <a:avLst/>
          </a:prstGeom>
          <a:solidFill>
            <a:srgbClr val="2BB6B0"/>
          </a:solidFill>
        </p:spPr>
        <p:txBody>
          <a:bodyPr>
            <a:normAutofit/>
          </a:bodyPr>
          <a:lstStyle/>
          <a:p>
            <a:r>
              <a:rPr lang="en-US" sz="3200"/>
              <a:t>Data Preprocessing and feature engineering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75177EF-FE95-74D4-6526-486D6D2A88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1752898"/>
              </p:ext>
            </p:extLst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0244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345C1-B323-63E5-91AF-A0CA07C80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48639"/>
            <a:ext cx="10653579" cy="566727"/>
          </a:xfrm>
          <a:prstGeom prst="roundRect">
            <a:avLst/>
          </a:prstGeom>
          <a:solidFill>
            <a:srgbClr val="2BB6B0"/>
          </a:solidFill>
        </p:spPr>
        <p:txBody>
          <a:bodyPr>
            <a:normAutofit fontScale="90000"/>
          </a:bodyPr>
          <a:lstStyle/>
          <a:p>
            <a:r>
              <a:rPr lang="en-US"/>
              <a:t>Machine Learning models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3F0FEFA-3FC7-35E5-5BC0-1FD4761250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5795605"/>
              </p:ext>
            </p:extLst>
          </p:nvPr>
        </p:nvGraphicFramePr>
        <p:xfrm>
          <a:off x="542308" y="1442103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1021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47E68-B99C-EF46-F91D-17C9E845B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48640"/>
            <a:ext cx="10875309" cy="546064"/>
          </a:xfrm>
          <a:prstGeom prst="roundRect">
            <a:avLst/>
          </a:prstGeom>
          <a:solidFill>
            <a:srgbClr val="2BB6B0"/>
          </a:solidFill>
        </p:spPr>
        <p:txBody>
          <a:bodyPr>
            <a:normAutofit fontScale="90000"/>
          </a:bodyPr>
          <a:lstStyle/>
          <a:p>
            <a:r>
              <a:rPr lang="en-US"/>
              <a:t>Result and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65D4A-50B9-1CC1-811D-406424CFB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lvl="1" indent="0">
              <a:buNone/>
            </a:pPr>
            <a:endParaRPr lang="en-US"/>
          </a:p>
          <a:p>
            <a:pPr lvl="1"/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956F29F-0C12-0B46-A664-B911CB328B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527771"/>
              </p:ext>
            </p:extLst>
          </p:nvPr>
        </p:nvGraphicFramePr>
        <p:xfrm>
          <a:off x="612646" y="1680898"/>
          <a:ext cx="10875310" cy="4772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5062">
                  <a:extLst>
                    <a:ext uri="{9D8B030D-6E8A-4147-A177-3AD203B41FA5}">
                      <a16:colId xmlns:a16="http://schemas.microsoft.com/office/drawing/2014/main" val="213494373"/>
                    </a:ext>
                  </a:extLst>
                </a:gridCol>
                <a:gridCol w="2175062">
                  <a:extLst>
                    <a:ext uri="{9D8B030D-6E8A-4147-A177-3AD203B41FA5}">
                      <a16:colId xmlns:a16="http://schemas.microsoft.com/office/drawing/2014/main" val="2274572649"/>
                    </a:ext>
                  </a:extLst>
                </a:gridCol>
                <a:gridCol w="2175062">
                  <a:extLst>
                    <a:ext uri="{9D8B030D-6E8A-4147-A177-3AD203B41FA5}">
                      <a16:colId xmlns:a16="http://schemas.microsoft.com/office/drawing/2014/main" val="2429014263"/>
                    </a:ext>
                  </a:extLst>
                </a:gridCol>
                <a:gridCol w="2175062">
                  <a:extLst>
                    <a:ext uri="{9D8B030D-6E8A-4147-A177-3AD203B41FA5}">
                      <a16:colId xmlns:a16="http://schemas.microsoft.com/office/drawing/2014/main" val="2693749190"/>
                    </a:ext>
                  </a:extLst>
                </a:gridCol>
                <a:gridCol w="2175062">
                  <a:extLst>
                    <a:ext uri="{9D8B030D-6E8A-4147-A177-3AD203B41FA5}">
                      <a16:colId xmlns:a16="http://schemas.microsoft.com/office/drawing/2014/main" val="4167927072"/>
                    </a:ext>
                  </a:extLst>
                </a:gridCol>
              </a:tblGrid>
              <a:tr h="79535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Consolas"/>
                        </a:rPr>
                        <a:t>MODEL</a:t>
                      </a:r>
                      <a:endParaRPr lang="en-US" sz="1800" b="1">
                        <a:solidFill>
                          <a:schemeClr val="tx1"/>
                        </a:solidFill>
                        <a:latin typeface="Consola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Consolas"/>
                        </a:rPr>
                        <a:t>RMSE</a:t>
                      </a:r>
                      <a:endParaRPr lang="en-US" sz="1800" b="1">
                        <a:solidFill>
                          <a:schemeClr val="tx1"/>
                        </a:solidFill>
                        <a:latin typeface="Consola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Consolas"/>
                        </a:rPr>
                        <a:t>MAE</a:t>
                      </a:r>
                      <a:endParaRPr lang="en-US" sz="1800" b="1">
                        <a:solidFill>
                          <a:schemeClr val="tx1"/>
                        </a:solidFill>
                        <a:latin typeface="Consola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Consolas"/>
                        </a:rPr>
                        <a:t>R²</a:t>
                      </a:r>
                      <a:endParaRPr lang="en-US" sz="1800" b="1">
                        <a:solidFill>
                          <a:schemeClr val="tx1"/>
                        </a:solidFill>
                        <a:latin typeface="Consola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Consolas"/>
                        </a:rPr>
                        <a:t>MAPE%</a:t>
                      </a:r>
                      <a:endParaRPr lang="en-US" sz="1800" b="1">
                        <a:solidFill>
                          <a:schemeClr val="tx1"/>
                        </a:solidFill>
                        <a:latin typeface="Consola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7579907"/>
                  </a:ext>
                </a:extLst>
              </a:tr>
              <a:tr h="79535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Consolas"/>
                        </a:rPr>
                        <a:t>Linear Regression</a:t>
                      </a:r>
                      <a:endParaRPr lang="en-US" sz="1800" b="1">
                        <a:solidFill>
                          <a:schemeClr val="tx1"/>
                        </a:solidFill>
                        <a:latin typeface="Consola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C00000"/>
                          </a:solidFill>
                          <a:latin typeface="Consolas"/>
                        </a:rPr>
                        <a:t>0.0512</a:t>
                      </a:r>
                      <a:endParaRPr lang="en-US" sz="1800" b="1">
                        <a:solidFill>
                          <a:srgbClr val="C00000"/>
                        </a:solidFill>
                        <a:latin typeface="Consola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C00000"/>
                          </a:solidFill>
                          <a:latin typeface="Consolas"/>
                        </a:rPr>
                        <a:t>0.0401</a:t>
                      </a:r>
                      <a:endParaRPr lang="en-US" sz="1800" b="1">
                        <a:solidFill>
                          <a:srgbClr val="C00000"/>
                        </a:solidFill>
                        <a:latin typeface="Consola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C00000"/>
                          </a:solidFill>
                          <a:latin typeface="Consolas"/>
                        </a:rPr>
                        <a:t>0.891</a:t>
                      </a:r>
                      <a:endParaRPr lang="en-US" sz="1800" b="1">
                        <a:solidFill>
                          <a:srgbClr val="C00000"/>
                        </a:solidFill>
                        <a:latin typeface="Consola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C00000"/>
                          </a:solidFill>
                          <a:latin typeface="Consolas"/>
                        </a:rPr>
                        <a:t>3.82%</a:t>
                      </a:r>
                      <a:endParaRPr lang="en-US" sz="1800" b="1">
                        <a:solidFill>
                          <a:srgbClr val="C00000"/>
                        </a:solidFill>
                        <a:latin typeface="Consola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9340175"/>
                  </a:ext>
                </a:extLst>
              </a:tr>
              <a:tr h="79535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Consolas"/>
                        </a:rPr>
                        <a:t>SVR (RBF)</a:t>
                      </a:r>
                      <a:endParaRPr lang="en-US" sz="1800" b="1">
                        <a:solidFill>
                          <a:schemeClr val="tx1"/>
                        </a:solidFill>
                        <a:latin typeface="Consola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C00000"/>
                          </a:solidFill>
                          <a:latin typeface="Consolas"/>
                        </a:rPr>
                        <a:t>0.0345</a:t>
                      </a:r>
                      <a:endParaRPr lang="en-US" sz="1800" b="1">
                        <a:solidFill>
                          <a:srgbClr val="C00000"/>
                        </a:solidFill>
                        <a:latin typeface="Consola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C00000"/>
                          </a:solidFill>
                          <a:latin typeface="Consolas"/>
                        </a:rPr>
                        <a:t>0.0278</a:t>
                      </a:r>
                      <a:endParaRPr lang="en-US" sz="1800" b="1">
                        <a:solidFill>
                          <a:srgbClr val="C00000"/>
                        </a:solidFill>
                        <a:latin typeface="Consola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C00000"/>
                          </a:solidFill>
                          <a:latin typeface="Consolas"/>
                        </a:rPr>
                        <a:t>0.934</a:t>
                      </a:r>
                      <a:endParaRPr lang="en-US" sz="1800" b="1">
                        <a:solidFill>
                          <a:srgbClr val="C00000"/>
                        </a:solidFill>
                        <a:latin typeface="Consola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C00000"/>
                          </a:solidFill>
                          <a:latin typeface="Consolas"/>
                        </a:rPr>
                        <a:t>2.61%</a:t>
                      </a:r>
                      <a:endParaRPr lang="en-US" sz="1800" b="1">
                        <a:solidFill>
                          <a:srgbClr val="C00000"/>
                        </a:solidFill>
                        <a:latin typeface="Consola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8341636"/>
                  </a:ext>
                </a:extLst>
              </a:tr>
              <a:tr h="79535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Consolas"/>
                        </a:rPr>
                        <a:t>Random Forest</a:t>
                      </a:r>
                      <a:endParaRPr lang="en-US" sz="1800" b="1">
                        <a:solidFill>
                          <a:schemeClr val="tx1"/>
                        </a:solidFill>
                        <a:latin typeface="Consola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C00000"/>
                          </a:solidFill>
                          <a:latin typeface="Consolas"/>
                        </a:rPr>
                        <a:t>0.0198 </a:t>
                      </a:r>
                      <a:endParaRPr lang="en-US" sz="1800" b="1">
                        <a:solidFill>
                          <a:srgbClr val="C00000"/>
                        </a:solidFill>
                        <a:latin typeface="Consola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C00000"/>
                          </a:solidFill>
                          <a:latin typeface="Consolas"/>
                        </a:rPr>
                        <a:t>0.0156</a:t>
                      </a:r>
                      <a:endParaRPr lang="en-US" sz="1800" b="1">
                        <a:solidFill>
                          <a:srgbClr val="C00000"/>
                        </a:solidFill>
                        <a:latin typeface="Consola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C00000"/>
                          </a:solidFill>
                          <a:latin typeface="Consolas"/>
                        </a:rPr>
                        <a:t>0.971</a:t>
                      </a:r>
                      <a:endParaRPr lang="en-US" sz="1800" b="1">
                        <a:solidFill>
                          <a:srgbClr val="C00000"/>
                        </a:solidFill>
                        <a:latin typeface="Consola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C00000"/>
                          </a:solidFill>
                          <a:latin typeface="Consolas"/>
                        </a:rPr>
                        <a:t>1.45%</a:t>
                      </a:r>
                      <a:endParaRPr lang="en-US" sz="1800" b="1">
                        <a:solidFill>
                          <a:srgbClr val="C00000"/>
                        </a:solidFill>
                        <a:latin typeface="Consola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3956955"/>
                  </a:ext>
                </a:extLst>
              </a:tr>
              <a:tr h="79535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 err="1">
                          <a:solidFill>
                            <a:schemeClr val="tx1"/>
                          </a:solidFill>
                          <a:latin typeface="Consolas"/>
                        </a:rPr>
                        <a:t>XGBoost</a:t>
                      </a:r>
                      <a:endParaRPr lang="en-US" sz="1800" b="1">
                        <a:solidFill>
                          <a:schemeClr val="tx1"/>
                        </a:solidFill>
                        <a:latin typeface="Consola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C00000"/>
                          </a:solidFill>
                          <a:latin typeface="Consolas"/>
                        </a:rPr>
                        <a:t>0.0152</a:t>
                      </a:r>
                      <a:endParaRPr lang="en-US" sz="1800" b="1">
                        <a:solidFill>
                          <a:srgbClr val="C00000"/>
                        </a:solidFill>
                        <a:latin typeface="Consola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C00000"/>
                          </a:solidFill>
                          <a:latin typeface="Consolas"/>
                        </a:rPr>
                        <a:t>0.0121</a:t>
                      </a:r>
                      <a:endParaRPr lang="en-US" sz="1800" b="1">
                        <a:solidFill>
                          <a:srgbClr val="C00000"/>
                        </a:solidFill>
                        <a:latin typeface="Consola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C00000"/>
                          </a:solidFill>
                          <a:latin typeface="Consolas"/>
                        </a:rPr>
                        <a:t>0.982</a:t>
                      </a:r>
                      <a:endParaRPr lang="en-US" sz="1800" b="1">
                        <a:solidFill>
                          <a:srgbClr val="C00000"/>
                        </a:solidFill>
                        <a:latin typeface="Consola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C00000"/>
                          </a:solidFill>
                          <a:latin typeface="Consolas"/>
                        </a:rPr>
                        <a:t>1.12%</a:t>
                      </a:r>
                      <a:endParaRPr lang="en-US" sz="1800" b="1">
                        <a:solidFill>
                          <a:srgbClr val="C00000"/>
                        </a:solidFill>
                        <a:latin typeface="Consola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641007"/>
                  </a:ext>
                </a:extLst>
              </a:tr>
              <a:tr h="79535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Consolas"/>
                        </a:rPr>
                        <a:t>LSTM</a:t>
                      </a:r>
                      <a:endParaRPr lang="en-US" sz="1800" b="1">
                        <a:solidFill>
                          <a:schemeClr val="tx1"/>
                        </a:solidFill>
                        <a:latin typeface="Consola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C00000"/>
                          </a:solidFill>
                          <a:latin typeface="Consolas"/>
                        </a:rPr>
                        <a:t>0.0098</a:t>
                      </a:r>
                      <a:endParaRPr lang="en-US" sz="1800" b="1">
                        <a:solidFill>
                          <a:srgbClr val="C00000"/>
                        </a:solidFill>
                        <a:latin typeface="Consola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C00000"/>
                          </a:solidFill>
                          <a:latin typeface="Consolas"/>
                        </a:rPr>
                        <a:t>0.0076</a:t>
                      </a:r>
                      <a:endParaRPr lang="en-US" sz="1800" b="1">
                        <a:solidFill>
                          <a:srgbClr val="C00000"/>
                        </a:solidFill>
                        <a:latin typeface="Consola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C00000"/>
                          </a:solidFill>
                          <a:latin typeface="Consolas"/>
                        </a:rPr>
                        <a:t>0.993 </a:t>
                      </a:r>
                      <a:endParaRPr lang="en-US" sz="1800" b="1">
                        <a:solidFill>
                          <a:srgbClr val="C00000"/>
                        </a:solidFill>
                        <a:latin typeface="Consola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C00000"/>
                          </a:solidFill>
                          <a:latin typeface="Consolas"/>
                        </a:rPr>
                        <a:t>0.71%</a:t>
                      </a:r>
                      <a:endParaRPr lang="en-US" sz="1800" b="1">
                        <a:solidFill>
                          <a:srgbClr val="C00000"/>
                        </a:solidFill>
                        <a:latin typeface="Consola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3460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3418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3074FCA-1C00-CD84-3C5E-AC2CBDC30841}"/>
              </a:ext>
            </a:extLst>
          </p:cNvPr>
          <p:cNvSpPr txBox="1"/>
          <p:nvPr/>
        </p:nvSpPr>
        <p:spPr>
          <a:xfrm>
            <a:off x="8373520" y="1069810"/>
            <a:ext cx="3746398" cy="44627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Gradual decrease in battery capacity with increasing charge-discharge cycles. </a:t>
            </a: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Font typeface="Arial" panose="020B0604020202020204" pitchFamily="34" charset="0"/>
              <a:buChar char="•"/>
            </a:pPr>
            <a:endParaRPr lang="en-US" altLang="en-US" sz="14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knee point (~cycle 350)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observed, after which degradation accelerates significantly. </a:t>
            </a: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Font typeface="Arial" panose="020B0604020202020204" pitchFamily="34" charset="0"/>
              <a:buChar char="•"/>
            </a:pPr>
            <a:endParaRPr lang="en-US" altLang="en-US" sz="14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The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End-of-Life (EOL)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threshold is defined at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80% capacity (~1.6 Ah)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Font typeface="Arial" panose="020B0604020202020204" pitchFamily="34" charset="0"/>
              <a:buChar char="•"/>
            </a:pPr>
            <a:endParaRPr lang="en-US" altLang="en-US" sz="14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Data is divided into: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Font typeface="Courier New" panose="02070309020205020404" pitchFamily="49" charset="0"/>
              <a:buChar char="o"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</a:rPr>
              <a:t>Training region (before cycle 400)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endParaRPr lang="en-US" altLang="en-US" sz="1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Font typeface="Courier New" panose="02070309020205020404" pitchFamily="49" charset="0"/>
              <a:buChar char="o"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</a:rPr>
              <a:t>Testing region (after cycle 400)</a:t>
            </a:r>
            <a:endParaRPr lang="en-US" altLang="en-US" sz="1400" b="1"/>
          </a:p>
          <a:p>
            <a:pPr lvl="1">
              <a:spcBef>
                <a:spcPct val="0"/>
              </a:spcBef>
              <a:spcAft>
                <a:spcPct val="0"/>
              </a:spcAft>
              <a:buClr>
                <a:srgbClr val="2BB6B0"/>
              </a:buClr>
            </a:pPr>
            <a:endParaRPr lang="en-US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This trend highlights the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nonlinear aging behavior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of batteries, which is critical for predictive modeling.</a:t>
            </a:r>
          </a:p>
        </p:txBody>
      </p:sp>
      <p:pic>
        <p:nvPicPr>
          <p:cNvPr id="7" name="Picture 6" descr="A graph showing the battery capacity degradation curve&#10;&#10;AI-generated content may be incorrect.">
            <a:extLst>
              <a:ext uri="{FF2B5EF4-FFF2-40B4-BE49-F238E27FC236}">
                <a16:creationId xmlns:a16="http://schemas.microsoft.com/office/drawing/2014/main" id="{7ED34E33-C163-AA46-BBDE-395F2CE55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75" y="-2474"/>
            <a:ext cx="82338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616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D1E97FF2-AC0A-1F08-5B03-0DDE3A057C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4372" y="1076258"/>
            <a:ext cx="4064156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This graph compares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actual State of Health (SOH)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with predictions from multiple ML models. </a:t>
            </a: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Font typeface="Arial" panose="020B0604020202020204" pitchFamily="34" charset="0"/>
              <a:buChar char="•"/>
            </a:pPr>
            <a:endParaRPr lang="en-US" altLang="en-US" sz="14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Models such as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effectLst/>
              </a:rPr>
              <a:t>XGBoost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</a:rPr>
              <a:t> and LSTM closely follow the actual degradation trend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, showing high accuracy. </a:t>
            </a:r>
            <a:endParaRPr lang="en-US" altLang="en-US" sz="1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Font typeface="Arial" panose="020B0604020202020204" pitchFamily="34" charset="0"/>
              <a:buChar char="•"/>
            </a:pPr>
            <a:endParaRPr lang="en-US" altLang="en-US" sz="14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Traditional models like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Linear Regression show larger deviations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especially during rapid degradation phases. </a:t>
            </a: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Font typeface="Arial" panose="020B0604020202020204" pitchFamily="34" charset="0"/>
              <a:buChar char="•"/>
            </a:pPr>
            <a:endParaRPr lang="en-US" altLang="en-US" sz="14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The results demonstrate that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</a:rPr>
              <a:t>nonlinear and temporal models perform better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 for battery degradation prediction.</a:t>
            </a:r>
            <a:endParaRPr lang="en-US" altLang="en-US" sz="14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B03B9C-7119-275C-38B6-AE8066B65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" y="0"/>
            <a:ext cx="79974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048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E20F96-1CC8-9DD1-A8AC-6227BEC76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8877" y="818070"/>
            <a:ext cx="3837538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Performance of different models is evaluated using: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Font typeface="Courier New" panose="02070309020205020404" pitchFamily="49" charset="0"/>
              <a:buChar char="o"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</a:rPr>
              <a:t>RMSE (lower is better)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endParaRPr lang="en-US" altLang="en-US" sz="1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Font typeface="Courier New" panose="02070309020205020404" pitchFamily="49" charset="0"/>
              <a:buChar char="o"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</a:rPr>
              <a:t>R² Score (higher is better)</a:t>
            </a:r>
            <a:endParaRPr lang="en-US" altLang="en-US" sz="1400" b="1"/>
          </a:p>
          <a:p>
            <a:pPr marL="742950" lvl="1" indent="-285750"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Font typeface="Courier New" panose="02070309020205020404" pitchFamily="49" charset="0"/>
              <a:buChar char="o"/>
            </a:pPr>
            <a:endParaRPr lang="en-US" altLang="en-US" sz="14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</a:rPr>
              <a:t>LSTM achieves the best performance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</a:rPr>
              <a:t>with: </a:t>
            </a:r>
            <a:endParaRPr lang="en-US" altLang="en-US" sz="1400" b="0" i="0" u="none" strike="noStrike" cap="none" normalizeH="0" baseline="0">
              <a:ln>
                <a:noFill/>
              </a:ln>
              <a:effectLst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Font typeface="Courier New" panose="02070309020205020404" pitchFamily="49" charset="0"/>
              <a:buChar char="o"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Lowest RMSE (~0.19)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Font typeface="Courier New" panose="02070309020205020404" pitchFamily="49" charset="0"/>
              <a:buChar char="o"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Highest R² (~0.993) </a:t>
            </a:r>
          </a:p>
          <a:p>
            <a:pPr marL="742950" lvl="1" indent="-285750"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Font typeface="Courier New" panose="02070309020205020404" pitchFamily="49" charset="0"/>
              <a:buChar char="o"/>
            </a:pPr>
            <a:endParaRPr lang="en-US" altLang="en-US" sz="14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effectLst/>
              </a:rPr>
              <a:t>XGBoost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</a:rPr>
              <a:t> and Random Forest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 also show strong performance. </a:t>
            </a:r>
            <a:endParaRPr lang="en-US" altLang="en-US" sz="1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Font typeface="Arial" panose="020B0604020202020204" pitchFamily="34" charset="0"/>
              <a:buChar char="•"/>
            </a:pPr>
            <a:endParaRPr lang="en-US" altLang="en-US" sz="14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</a:rPr>
              <a:t>Linear Regression performs worst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, indicating inability to capture nonlinear degradation. </a:t>
            </a:r>
            <a:endParaRPr lang="en-US" altLang="en-US" sz="1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Font typeface="Arial" panose="020B0604020202020204" pitchFamily="34" charset="0"/>
              <a:buChar char="•"/>
            </a:pPr>
            <a:endParaRPr lang="en-US" altLang="en-US" sz="14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This confirms that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advanced ML models are more suitable for SOH prediction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  <p:pic>
        <p:nvPicPr>
          <p:cNvPr id="4" name="Picture 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C3E10FCD-F737-6CED-77E7-C7BDD6AF9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89" y="0"/>
            <a:ext cx="81490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391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658B1B2-5B27-A879-54AD-FC52FDC1D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9086" y="1148700"/>
            <a:ext cx="352499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The model identifies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</a:rPr>
              <a:t>key factors affecting battery degradation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: </a:t>
            </a:r>
            <a:endParaRPr lang="en-US" altLang="en-US" sz="1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Internal Resistance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(most important)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</a:rPr>
              <a:t>Coulombic Efficiency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endParaRPr lang="en-US" altLang="en-US" sz="1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</a:rPr>
              <a:t>Discharge Time &amp; Charge Time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endParaRPr lang="en-US" altLang="en-US" sz="1400" b="0" i="0" u="none" strike="noStrike" cap="none" normalizeH="0" baseline="0" dirty="0">
              <a:ln>
                <a:noFill/>
              </a:ln>
              <a:effectLst/>
            </a:endParaRPr>
          </a:p>
          <a:p>
            <a:pPr lvl="1">
              <a:spcBef>
                <a:spcPct val="0"/>
              </a:spcBef>
              <a:spcAft>
                <a:spcPct val="0"/>
              </a:spcAft>
              <a:buClr>
                <a:srgbClr val="2BB6B0"/>
              </a:buClr>
            </a:pPr>
            <a:endParaRPr lang="en-US" altLang="en-US" sz="14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Temperature and voltage-related features have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moderate impact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>
              <a:spcBef>
                <a:spcPct val="0"/>
              </a:spcBef>
              <a:spcAft>
                <a:spcPct val="0"/>
              </a:spcAft>
              <a:buClr>
                <a:srgbClr val="2BB6B0"/>
              </a:buClr>
            </a:pPr>
            <a:endParaRPr lang="en-US" altLang="en-US" sz="14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Cycle number has relatively lower importance when other features are included. </a:t>
            </a:r>
            <a:endParaRPr lang="en-US" altLang="en-US" sz="1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Font typeface="Arial" panose="020B0604020202020204" pitchFamily="34" charset="0"/>
              <a:buChar char="•"/>
            </a:pPr>
            <a:endParaRPr lang="en-US" altLang="en-US" sz="14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This analysis helps in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understanding physical drivers of battery aging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  <p:pic>
        <p:nvPicPr>
          <p:cNvPr id="6" name="Picture 5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E4C612AF-BC05-9CC6-F28D-8BC56912C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5" y="0"/>
            <a:ext cx="84717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0498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C873C05-2B9E-6ABE-2F51-B510357935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5451" y="1210454"/>
            <a:ext cx="3755855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The  graph shows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</a:rPr>
              <a:t>training and validation loss decreasing over epochs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, indicating effective learning. </a:t>
            </a:r>
            <a:endParaRPr lang="en-US" altLang="en-US" sz="1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Font typeface="Arial" panose="020B0604020202020204" pitchFamily="34" charset="0"/>
              <a:buChar char="•"/>
            </a:pPr>
            <a:endParaRPr lang="en-US" altLang="en-US" sz="14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Both curves converge smoothly, suggesting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minimal overfitting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Font typeface="Arial" panose="020B0604020202020204" pitchFamily="34" charset="0"/>
              <a:buChar char="•"/>
            </a:pPr>
            <a:endParaRPr lang="en-US" altLang="en-US" sz="14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The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best model is achieved around epoch ~95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with lowest validation loss. </a:t>
            </a: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Font typeface="Arial" panose="020B0604020202020204" pitchFamily="34" charset="0"/>
              <a:buChar char="•"/>
            </a:pPr>
            <a:endParaRPr lang="en-US" altLang="en-US" sz="14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This demonstrates that the LSTM model is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</a:rPr>
              <a:t>well-optimized and stable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  <a:endParaRPr lang="en-US" altLang="en-US" sz="14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4" name="Picture 3" descr="A graph of a graph&#10;&#10;AI-generated content may be incorrect.">
            <a:extLst>
              <a:ext uri="{FF2B5EF4-FFF2-40B4-BE49-F238E27FC236}">
                <a16:creationId xmlns:a16="http://schemas.microsoft.com/office/drawing/2014/main" id="{620A04B6-B80A-743B-73C4-47F5F5E80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3" y="0"/>
            <a:ext cx="82545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9209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92AD16B-0469-862C-6199-DAB972FDE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0285" y="1319716"/>
            <a:ext cx="3864683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This histogram shows the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distribution of prediction errors (Actual – Predicted SOH)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Font typeface="Arial" panose="020B0604020202020204" pitchFamily="34" charset="0"/>
              <a:buChar char="•"/>
            </a:pPr>
            <a:endParaRPr lang="en-US" altLang="en-US" sz="1400" dirty="0"/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Font typeface="Arial" panose="020B0604020202020204" pitchFamily="34" charset="0"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Errors are centered around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</a:rPr>
              <a:t>zero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, indicating unbiased predictions.</a:t>
            </a:r>
            <a:endParaRPr lang="en-US" altLang="en-US" sz="1400" dirty="0"/>
          </a:p>
          <a:p>
            <a:pPr>
              <a:spcBef>
                <a:spcPct val="0"/>
              </a:spcBef>
              <a:spcAft>
                <a:spcPct val="0"/>
              </a:spcAft>
              <a:buClr>
                <a:srgbClr val="2BB6B0"/>
              </a:buClr>
            </a:pPr>
            <a:endParaRPr lang="en-US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LSTM has the narrowest distribution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meaning highest precision. </a:t>
            </a: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Font typeface="Arial" panose="020B0604020202020204" pitchFamily="34" charset="0"/>
              <a:buChar char="•"/>
            </a:pPr>
            <a:endParaRPr lang="en-US" altLang="en-US" sz="14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Other models show wider spreads, indicating higher uncertainty. </a:t>
            </a:r>
            <a:endParaRPr lang="en-US" altLang="en-US" sz="1400" b="0" i="0" u="none" strike="noStrike" cap="none" normalizeH="0" baseline="0" dirty="0">
              <a:ln>
                <a:noFill/>
              </a:ln>
              <a:effectLst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>
                <a:srgbClr val="2BB6B0"/>
              </a:buClr>
            </a:pPr>
            <a:endParaRPr lang="en-US" altLang="en-US" sz="14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BB6B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This confirms that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LSTM provides the most reliable predictions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  <p:pic>
        <p:nvPicPr>
          <p:cNvPr id="7" name="Picture 6" descr="A graph of error&#10;&#10;AI-generated content may be incorrect.">
            <a:extLst>
              <a:ext uri="{FF2B5EF4-FFF2-40B4-BE49-F238E27FC236}">
                <a16:creationId xmlns:a16="http://schemas.microsoft.com/office/drawing/2014/main" id="{91C83140-15CE-6735-7A1D-20B0DE2FF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" y="0"/>
            <a:ext cx="83141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4031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360C6-7ED3-BB2B-4B3C-D269AB93D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016988" cy="610459"/>
          </a:xfrm>
          <a:prstGeom prst="roundRect">
            <a:avLst/>
          </a:prstGeom>
          <a:solidFill>
            <a:srgbClr val="2BB6B0"/>
          </a:solidFill>
        </p:spPr>
        <p:txBody>
          <a:bodyPr>
            <a:normAutofit fontScale="90000"/>
          </a:bodyPr>
          <a:lstStyle/>
          <a:p>
            <a:r>
              <a:rPr lang="en-US"/>
              <a:t>Real world applications</a:t>
            </a: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2742FAA2-336F-0032-A43A-51597D5326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3788708"/>
              </p:ext>
            </p:extLst>
          </p:nvPr>
        </p:nvGraphicFramePr>
        <p:xfrm>
          <a:off x="769210" y="1588304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Graphic 5" descr="Electric Car">
            <a:extLst>
              <a:ext uri="{FF2B5EF4-FFF2-40B4-BE49-F238E27FC236}">
                <a16:creationId xmlns:a16="http://schemas.microsoft.com/office/drawing/2014/main" id="{E30281FC-4292-851E-A04C-75F1632ADC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81019" y="327803"/>
            <a:ext cx="1283539" cy="1052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930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A2381-ACFF-0607-0DBA-1CFB19AF0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48640"/>
            <a:ext cx="10653579" cy="623337"/>
          </a:xfrm>
          <a:prstGeom prst="roundRect">
            <a:avLst/>
          </a:prstGeom>
          <a:solidFill>
            <a:srgbClr val="2BB6B0"/>
          </a:solidFill>
        </p:spPr>
        <p:txBody>
          <a:bodyPr>
            <a:normAutofit fontScale="90000"/>
          </a:bodyPr>
          <a:lstStyle/>
          <a:p>
            <a:r>
              <a:rPr lang="en-US"/>
              <a:t>Challenges and limitations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3207C4F-5796-864E-E09B-F3398AF05F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1893718"/>
              </p:ext>
            </p:extLst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396914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B7A5F-8A5C-5B47-6094-821EF86D3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48640"/>
            <a:ext cx="10653579" cy="571822"/>
          </a:xfrm>
          <a:prstGeom prst="roundRect">
            <a:avLst/>
          </a:prstGeom>
          <a:solidFill>
            <a:srgbClr val="2BB6B0"/>
          </a:solidFill>
        </p:spPr>
        <p:txBody>
          <a:bodyPr>
            <a:normAutofit fontScale="90000"/>
          </a:bodyPr>
          <a:lstStyle/>
          <a:p>
            <a:r>
              <a:rPr lang="en-US"/>
              <a:t>Conclusion and future scope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A761FCD0-671B-1C10-F61A-01CCF86084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5631975"/>
              </p:ext>
            </p:extLst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164306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BE2DD-E2B7-EAEE-50A6-A3B34F2C9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9623882" cy="623337"/>
          </a:xfrm>
          <a:prstGeom prst="roundRect">
            <a:avLst/>
          </a:prstGeom>
          <a:solidFill>
            <a:srgbClr val="2BB6B0"/>
          </a:solidFill>
        </p:spPr>
        <p:txBody>
          <a:bodyPr>
            <a:normAutofit fontScale="90000"/>
          </a:bodyPr>
          <a:lstStyle/>
          <a:p>
            <a:r>
              <a:rPr lang="en-US"/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2BC6F-DAC8-38F3-B5F0-561A22F26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148" y="1561415"/>
            <a:ext cx="11595495" cy="4978265"/>
          </a:xfrm>
          <a:ln w="19050">
            <a:solidFill>
              <a:srgbClr val="13B4B3"/>
            </a:solidFill>
          </a:ln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  <a:buClr>
                <a:srgbClr val="13B4B3"/>
              </a:buClr>
            </a:pPr>
            <a:r>
              <a:rPr lang="en-US" b="1" i="1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</a:rPr>
              <a:t>Severson, K. A., et al. "Data-driven prediction of battery cycle life before capacity </a:t>
            </a:r>
            <a:r>
              <a:rPr lang="en-US" b="1" i="1" err="1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</a:rPr>
              <a:t>degradation."Nature</a:t>
            </a:r>
            <a:r>
              <a:rPr lang="en-US" b="1" i="1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</a:rPr>
              <a:t> Energy, 4(5), 383-391, 2019.</a:t>
            </a:r>
            <a:endParaRPr lang="en-US" b="1">
              <a:solidFill>
                <a:schemeClr val="tx1">
                  <a:lumMod val="85000"/>
                  <a:lumOff val="15000"/>
                </a:schemeClr>
              </a:solidFill>
              <a:latin typeface="Consolas"/>
            </a:endParaRPr>
          </a:p>
          <a:p>
            <a:pPr>
              <a:lnSpc>
                <a:spcPct val="90000"/>
              </a:lnSpc>
              <a:buClr>
                <a:srgbClr val="13B4B3"/>
              </a:buClr>
            </a:pPr>
            <a:r>
              <a:rPr lang="en-US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</a:rPr>
              <a:t>Saha, B. &amp; Goebel, K. "Battery data </a:t>
            </a:r>
            <a:r>
              <a:rPr lang="en-US" b="1" i="1" err="1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</a:rPr>
              <a:t>set."NASA</a:t>
            </a:r>
            <a:r>
              <a:rPr lang="en-US" b="1" i="1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</a:rPr>
              <a:t> Prognostics Data Repository, 2007.</a:t>
            </a:r>
            <a:endParaRPr lang="en-US" b="1">
              <a:solidFill>
                <a:schemeClr val="tx1">
                  <a:lumMod val="85000"/>
                  <a:lumOff val="15000"/>
                </a:schemeClr>
              </a:solidFill>
              <a:latin typeface="Consolas"/>
            </a:endParaRPr>
          </a:p>
          <a:p>
            <a:pPr>
              <a:lnSpc>
                <a:spcPct val="90000"/>
              </a:lnSpc>
              <a:buClr>
                <a:srgbClr val="13B4B3"/>
              </a:buClr>
            </a:pPr>
            <a:r>
              <a:rPr lang="en-US" b="1" i="1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</a:rPr>
              <a:t>Zhang, Y., et al. "Long short-term memory recurrent neural network for remaining useful life prediction  of lithium-ion batteries." IEEE Trans., 2018.</a:t>
            </a:r>
            <a:endParaRPr lang="en-US" b="1" i="1" dirty="0">
              <a:solidFill>
                <a:schemeClr val="tx1">
                  <a:lumMod val="85000"/>
                  <a:lumOff val="15000"/>
                </a:schemeClr>
              </a:solidFill>
              <a:latin typeface="Consolas"/>
            </a:endParaRPr>
          </a:p>
          <a:p>
            <a:pPr>
              <a:lnSpc>
                <a:spcPct val="90000"/>
              </a:lnSpc>
              <a:buClr>
                <a:srgbClr val="13B4B3"/>
              </a:buClr>
            </a:pPr>
            <a:r>
              <a:rPr lang="en-US" b="1" i="1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</a:rPr>
              <a:t>Richardson, R. R., et al. "Gaussian process regression for forecasting battery state of health." Journal of Power Sources, 357, 209-219, 2017.</a:t>
            </a:r>
            <a:endParaRPr lang="en-US" b="1" i="1" dirty="0">
              <a:solidFill>
                <a:schemeClr val="tx1">
                  <a:lumMod val="85000"/>
                  <a:lumOff val="15000"/>
                </a:schemeClr>
              </a:solidFill>
              <a:latin typeface="Consolas"/>
            </a:endParaRPr>
          </a:p>
          <a:p>
            <a:pPr>
              <a:lnSpc>
                <a:spcPct val="90000"/>
              </a:lnSpc>
              <a:buClr>
                <a:srgbClr val="13B4B3"/>
              </a:buClr>
            </a:pPr>
            <a:r>
              <a:rPr lang="en-US" b="1" i="1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</a:rPr>
              <a:t>Li, Y., et al. "Data-driven health estimation and lifetime prediction of lithium-ion batteries: A review." Renewable &amp; Sustainable Energy Reviews, 2020.</a:t>
            </a:r>
            <a:endParaRPr lang="en-US" b="1" i="1" dirty="0">
              <a:solidFill>
                <a:schemeClr val="tx1">
                  <a:lumMod val="85000"/>
                  <a:lumOff val="15000"/>
                </a:schemeClr>
              </a:solidFill>
              <a:latin typeface="Consolas"/>
            </a:endParaRPr>
          </a:p>
          <a:p>
            <a:pPr>
              <a:lnSpc>
                <a:spcPct val="90000"/>
              </a:lnSpc>
              <a:buClr>
                <a:srgbClr val="13B4B3"/>
              </a:buClr>
            </a:pPr>
            <a:r>
              <a:rPr lang="en-US" b="1" i="1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</a:rPr>
              <a:t>Birkl, C. R., et al. "Degradation diagnostics for lithium-ion cells." Journal of Power Sources, 2017.</a:t>
            </a:r>
            <a:endParaRPr lang="en-US" b="1">
              <a:solidFill>
                <a:schemeClr val="tx1">
                  <a:lumMod val="85000"/>
                  <a:lumOff val="15000"/>
                </a:schemeClr>
              </a:solidFill>
              <a:latin typeface="Consolas"/>
            </a:endParaRPr>
          </a:p>
          <a:p>
            <a:pPr>
              <a:lnSpc>
                <a:spcPct val="90000"/>
              </a:lnSpc>
              <a:buClr>
                <a:srgbClr val="13B4B3"/>
              </a:buClr>
            </a:pPr>
            <a:r>
              <a:rPr lang="en-US" b="1" i="1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</a:rPr>
              <a:t>CALCE Battery Research Group, University of Maryland.</a:t>
            </a:r>
            <a:endParaRPr lang="en-US" b="1">
              <a:solidFill>
                <a:schemeClr val="tx1">
                  <a:lumMod val="85000"/>
                  <a:lumOff val="15000"/>
                </a:schemeClr>
              </a:solidFill>
              <a:latin typeface="Consolas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400"/>
          </a:p>
          <a:p>
            <a:endParaRPr lang="en-US" sz="1400"/>
          </a:p>
        </p:txBody>
      </p:sp>
      <p:pic>
        <p:nvPicPr>
          <p:cNvPr id="5" name="Graphic 4" descr="Battery Charging">
            <a:extLst>
              <a:ext uri="{FF2B5EF4-FFF2-40B4-BE49-F238E27FC236}">
                <a16:creationId xmlns:a16="http://schemas.microsoft.com/office/drawing/2014/main" id="{9E9637FE-902F-9B4E-20B5-2E3A8BF5D4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35247" y="324178"/>
            <a:ext cx="1061958" cy="106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4921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2A0EE1A-B694-9C13-BF37-B39EDFD60ACC}"/>
              </a:ext>
            </a:extLst>
          </p:cNvPr>
          <p:cNvSpPr/>
          <p:nvPr/>
        </p:nvSpPr>
        <p:spPr>
          <a:xfrm>
            <a:off x="1598906" y="2505670"/>
            <a:ext cx="899418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prstTxWarp prst="textArchDown">
              <a:avLst/>
            </a:prstTxWarp>
            <a:spAutoFit/>
          </a:bodyPr>
          <a:lstStyle/>
          <a:p>
            <a:pPr algn="ctr"/>
            <a:r>
              <a:rPr lang="en-US" sz="5400" b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</a:t>
            </a:r>
            <a:r>
              <a:rPr lang="en-US" sz="5400" b="1" cap="none" spc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 you </a:t>
            </a:r>
          </a:p>
        </p:txBody>
      </p:sp>
    </p:spTree>
    <p:extLst>
      <p:ext uri="{BB962C8B-B14F-4D97-AF65-F5344CB8AC3E}">
        <p14:creationId xmlns:p14="http://schemas.microsoft.com/office/powerpoint/2010/main" val="1884176074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4B22AB-EEB6-4541-9B4A-6F54110E2327}">
  <we:reference id="78f4d70e-fb8b-4f8d-b284-0a2e60aeef37" version="4.1.2.1" store="EXCatalog" storeType="EXCatalog"/>
  <we:alternateReferences>
    <we:reference id="WA104380955" version="4.1.2.1" store="en-GB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2093</Words>
  <Application>Microsoft Office PowerPoint</Application>
  <PresentationFormat>Widescreen</PresentationFormat>
  <Paragraphs>326</Paragraphs>
  <Slides>22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Aptos</vt:lpstr>
      <vt:lpstr>Arial</vt:lpstr>
      <vt:lpstr>Consolas</vt:lpstr>
      <vt:lpstr>Courier New</vt:lpstr>
      <vt:lpstr>Grantha Sangam MN</vt:lpstr>
      <vt:lpstr>Neue Haas Grotesk Text Pro</vt:lpstr>
      <vt:lpstr>Times New Roman</vt:lpstr>
      <vt:lpstr>Wingdings</vt:lpstr>
      <vt:lpstr>VanillaVTI</vt:lpstr>
      <vt:lpstr>Battery Degradation Prediction Using Machine Learning</vt:lpstr>
      <vt:lpstr>TABLE OF CONTENT</vt:lpstr>
      <vt:lpstr>Introduction </vt:lpstr>
      <vt:lpstr>Problem statement</vt:lpstr>
      <vt:lpstr>Objective </vt:lpstr>
      <vt:lpstr>Battery degradation fundamentals</vt:lpstr>
      <vt:lpstr>Dataset</vt:lpstr>
      <vt:lpstr>Methodology </vt:lpstr>
      <vt:lpstr>Data Preprocessing and feature engineering</vt:lpstr>
      <vt:lpstr>Machine Learning models</vt:lpstr>
      <vt:lpstr>Result and comparison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Real world applications</vt:lpstr>
      <vt:lpstr>Challenges and limitations</vt:lpstr>
      <vt:lpstr>Conclusion and future scope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Zeel Chaudhari</dc:creator>
  <cp:lastModifiedBy>Manoj Kumar Ramtke</cp:lastModifiedBy>
  <cp:revision>161</cp:revision>
  <dcterms:created xsi:type="dcterms:W3CDTF">2026-04-07T04:24:22Z</dcterms:created>
  <dcterms:modified xsi:type="dcterms:W3CDTF">2026-04-22T12:39:23Z</dcterms:modified>
</cp:coreProperties>
</file>